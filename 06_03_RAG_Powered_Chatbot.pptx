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9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40" y="-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36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2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3A1B73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FF5F7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3A1B7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RAG-Powered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Chat, Embed, and Rerank to answer questions over a real document collection — with retrieval, reranking, and grounded citations.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950976" cy="457200"/>
          </a:xfrm>
          <a:prstGeom prst="roundRect">
            <a:avLst>
              <a:gd name="adj" fmla="val 50000"/>
            </a:avLst>
          </a:prstGeom>
          <a:solidFill>
            <a:srgbClr val="3A1B73">
              <a:alpha val="90000"/>
            </a:srgbClr>
          </a:solidFill>
          <a:ln w="12700">
            <a:solidFill>
              <a:srgbClr val="5A3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02536" y="443484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3A1B73">
              <a:alpha val="90000"/>
            </a:srgbClr>
          </a:solidFill>
          <a:ln w="12700">
            <a:solidFill>
              <a:srgbClr val="5A3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02536" y="443484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v4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75888" y="4434840"/>
            <a:ext cx="1568196" cy="457200"/>
          </a:xfrm>
          <a:prstGeom prst="roundRect">
            <a:avLst>
              <a:gd name="adj" fmla="val 50000"/>
            </a:avLst>
          </a:prstGeom>
          <a:solidFill>
            <a:srgbClr val="3A1B73">
              <a:alpha val="90000"/>
            </a:srgbClr>
          </a:solidFill>
          <a:ln w="12700">
            <a:solidFill>
              <a:srgbClr val="5A3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75888" y="4434840"/>
            <a:ext cx="15681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v4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Chatbot Over Your Own Documents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41589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that answers questions about Cohere's prompt-engineering docs — four web pages, chunked, embedded, and indexed for retrieval.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30452" y="2724912"/>
            <a:ext cx="585216" cy="585216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30452" y="2724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24688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56532" y="2724912"/>
            <a:ext cx="585216" cy="585216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56532" y="2724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3401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4688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82612" y="2724912"/>
            <a:ext cx="585216" cy="585216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82612" y="2724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3401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18320" y="24688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108692" y="2724912"/>
            <a:ext cx="585216" cy="585216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08692" y="2724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418320" y="3401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06040" y="2990088"/>
            <a:ext cx="960120" cy="0"/>
          </a:xfrm>
          <a:prstGeom prst="line">
            <a:avLst/>
          </a:prstGeom>
          <a:noFill/>
          <a:ln w="12700">
            <a:solidFill>
              <a:srgbClr val="6B5E8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66160" y="3319272"/>
            <a:ext cx="0" cy="0"/>
          </a:xfrm>
          <a:prstGeom prst="line">
            <a:avLst/>
          </a:prstGeom>
          <a:noFill/>
          <a:ln w="12700">
            <a:solidFill>
              <a:srgbClr val="6B5E8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06040" y="2651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Message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33832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Response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32120" y="2990088"/>
            <a:ext cx="960120" cy="0"/>
          </a:xfrm>
          <a:prstGeom prst="line">
            <a:avLst/>
          </a:prstGeom>
          <a:noFill/>
          <a:ln w="12700">
            <a:solidFill>
              <a:srgbClr val="6B5E8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3319272"/>
            <a:ext cx="0" cy="0"/>
          </a:xfrm>
          <a:prstGeom prst="line">
            <a:avLst/>
          </a:prstGeom>
          <a:noFill/>
          <a:ln w="12700">
            <a:solidFill>
              <a:srgbClr val="6B5E8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32120" y="2651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Query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2120" y="33832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Documents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58200" y="2990088"/>
            <a:ext cx="960120" cy="0"/>
          </a:xfrm>
          <a:prstGeom prst="line">
            <a:avLst/>
          </a:prstGeom>
          <a:noFill/>
          <a:ln w="12700">
            <a:solidFill>
              <a:srgbClr val="6B5E88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58200" y="2651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⓪ Embeddings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34740" y="18745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2F8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3474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RAG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06540" y="18745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F8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06540" y="18745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v4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61020" y="18745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F8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16102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46177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PHASE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7240" y="49377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Ingest the documents: get, chunk, embed, and index them once before any conversation starts.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263640" y="44348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92240" y="46177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INTERACTION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92240" y="49377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Get message → 2) Generate queries → 3) Retrieve &amp; rerank (if needed) → 4) Chat generates a grounded, cited response.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Imports &amp; Client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Cohere SDK, this build uses two extra libraries to turn raw web pages into a searchable index.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12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24505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SDK — Chat, Embed &amp; Rerank 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212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3502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hnswlib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840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vector library for approximate nearest-neighbor search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212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45537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unstructured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892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&amp; chunks HTML documents by title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457200"/>
            <a:ext cx="5349240" cy="5623560"/>
          </a:xfrm>
          <a:prstGeom prst="roundRect">
            <a:avLst>
              <a:gd name="adj" fmla="val 2051"/>
            </a:avLst>
          </a:prstGeom>
          <a:solidFill>
            <a:srgbClr val="1F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0" y="65836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93992" y="6583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04304" y="65836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0" y="960120"/>
            <a:ext cx="4709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cohere hnswlib unstructured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cohere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uuid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hnswlib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List, Dict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unstructured.partition.html \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partition_html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unstructured.chunking.title \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chunk_by_title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= cohere.ClientV2("COHERE_API_KEY")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 COMPONENT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In, Retrieval 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Vectorstore class handles ingesting raw documents into embeddings and retrieving relevant chunks for a query. We seed it with four documentation pages.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2120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2542032"/>
            <a:ext cx="237744" cy="237744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Effective Prompts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2120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" y="3136392"/>
            <a:ext cx="237744" cy="237744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 Techniques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2120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3232" y="3730752"/>
            <a:ext cx="237744" cy="237744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61188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Truncation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2120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325112"/>
            <a:ext cx="237744" cy="237744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420624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Preambles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846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136 chunks generated from these 4 pages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457200"/>
            <a:ext cx="5349240" cy="5623560"/>
          </a:xfrm>
          <a:prstGeom prst="roundRect">
            <a:avLst>
              <a:gd name="adj" fmla="val 2051"/>
            </a:avLst>
          </a:prstGeom>
          <a:solidFill>
            <a:srgbClr val="1F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0" y="65836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93992" y="6583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04304" y="65836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0" y="960120"/>
            <a:ext cx="4709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raw_documents = [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{'title': 'Crafting Effective Prompts',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'url': '.../crafting-effective-prompts'},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{'title': 'Preambles',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'url': '.../preambles'},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8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...4 pages total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Vectorstore: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raw_documents):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self.raw_documents = raw_documents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self.docs = []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self.docs_embs = []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self.retrieve_top_k = 10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5A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self.rerank_top_k = 3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self.load_and_chunk()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self.embed()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self.index()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Load, Chunk, Embed, Index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web page is parsed and split into title-based chunks, embedded with embed-v4.0, and added to an hnswlib index for fast similarity search.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313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HTML pages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35224" y="2697480"/>
            <a:ext cx="393192" cy="274320"/>
          </a:xfrm>
          <a:prstGeom prst="rightArrow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2313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6974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partition_html +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chunk_by_title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69864" y="2697480"/>
            <a:ext cx="393192" cy="274320"/>
          </a:xfrm>
          <a:prstGeom prst="rightArrow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21488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2313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6974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embed-v4.0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input_type=search_document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04504" y="2697480"/>
            <a:ext cx="393192" cy="274320"/>
          </a:xfrm>
          <a:prstGeom prst="rightArrow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52560" y="21488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52560" y="2313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89720" y="26974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D9C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hnswlib index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D9C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space="ip", dim=1536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becomes a dict with title, text, and url — the text field is required, others add helpful context.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1F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440740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7552" y="440740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97864" y="440740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4407408"/>
            <a:ext cx="10424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embed(self):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8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batch_size = 90   # Embed accepts up to 96 docs/call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range(0, len(self.docs), batch_size):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batch = self.docs[i : i + batch_size]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embs = co.embed(model="embed-v4.0",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input_type="search_document",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texts=[d['text'] for d in batch],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embedding_types=["float"]).embeddings.float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self.docs_embs.extend(embs)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Retrieval, Then Rerank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retrieve() method runs in two steps for each query.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1671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305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Retrieval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query with embed-v4.0 (input_type="search_query"), then run hnswlib's knn_query() to fetch the top 10 most similar chunks by contextual meaning — not just keyword overlap.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55080" y="21671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508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1305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743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10 candidates and the query to rerank-v4.0-pro, which re-sorts them by true relevance — a real boost for complex, domain-specific queries. Keep the top 3 (rerank_top_k).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2D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1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candidates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80360" y="4370832"/>
            <a:ext cx="457200" cy="274320"/>
          </a:xfrm>
          <a:prstGeom prst="rightArrow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0" y="42519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F8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4251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4370832"/>
            <a:ext cx="457200" cy="274320"/>
          </a:xfrm>
          <a:prstGeom prst="rightArrow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42519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0" y="4251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chunks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029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query: "Prompting by giving examples" → returns few-shot prompting chunks, correctly ranked by relevance.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Query Generation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answering, the chatbot decides whether it needs to retrieve information — using a V2 tool call that returns zero or more search queries.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2D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1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queries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query needed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F3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"Hello, I need help with a report I'm writing."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A1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response — no retrieval needed.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25112" y="210312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53712" y="2331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2D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3712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1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query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53712" y="2834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query generated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53712" y="3337560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F3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90872" y="342900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did the report say about Q4 performance?"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3712" y="45262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A12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"Q4 company performance"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01584" y="210312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30184" y="2331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30184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2+ queries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30184" y="2834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queries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330184" y="3337560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3A1B73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67344" y="342900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"...Q4 performance and its range of products and services?"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30184" y="45262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"Q4 company performance", "range of products and services"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Retrieve, Then Respond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 branches on whether any search queries came back — but both paths call Chat with the full conversation history.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RETURNED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vectorstore.retrieve() for each query, then call Chat with a documents parameter — the model grounds its answer and returns citations.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5080" y="2286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QUERIES RETURNED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55080" y="2651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retrieval entirely — call Chat with just the user message. No documents parameter needed for a direct response.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1F0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2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Citation(start=382, end=397, text='similar vectors', sources=[DocumentSource(id='doc_0', ...)])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937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5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 </a:t>
            </a:r>
            <a:r>
              <a:rPr lang="en-US" sz="1050" dirty="0">
                <a:solidFill>
                  <a:srgbClr val="E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of the cited span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4937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5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 </a:t>
            </a:r>
            <a:r>
              <a:rPr lang="en-US" sz="1050" dirty="0">
                <a:solidFill>
                  <a:srgbClr val="E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the cited span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4937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5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 </a:t>
            </a:r>
            <a:r>
              <a:rPr lang="en-US" sz="1050" dirty="0">
                <a:solidFill>
                  <a:srgbClr val="E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cited 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4937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5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 </a:t>
            </a:r>
            <a:r>
              <a:rPr lang="en-US" sz="1050" dirty="0">
                <a:solidFill>
                  <a:srgbClr val="E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document chunk(s) it came from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1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Multi-Turn Conversation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chat_history carries state across turns — including vague follow-ups, and knowing when retrieved documents aren't actually relevant.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322576"/>
            <a:ext cx="365760" cy="36576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488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"Hello, I have a question"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53288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response — no retrieval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92640" y="2304288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E2D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2640" y="230428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1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retrieval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090672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355848"/>
            <a:ext cx="365760" cy="36576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18211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difference between zero-shot and few-shot prompting?"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5661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+ answers with citations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92640" y="333756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2F8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92640" y="333756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21538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would the latter help?"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459943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"the latter" using chat history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92640" y="4370832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2F8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92640" y="437083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5157216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D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5422392"/>
            <a:ext cx="365760" cy="365760"/>
          </a:xfrm>
          <a:prstGeom prst="ellipse">
            <a:avLst/>
          </a:prstGeom>
          <a:solidFill>
            <a:srgbClr val="2A12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5422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524865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41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 know about 5G networks?"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563270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Retrieves, finds nothing relevant, says so honestly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92640" y="5404104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2F8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92640" y="540410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12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3A1B73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FF5F7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5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built a RAG chatbot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Chat, Embed, and Rerank working together, the chatbot answers grounded in your own documents — with citations, multi-turn memory, and the judgment to say when it doesn't know.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0779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280720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once: chunk, embed (Embed v4), and index documents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1071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33101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search queries with a V2 tool call — or none, if not needed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91363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381304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with dense search, then sharpen results with Rerank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416552"/>
            <a:ext cx="201168" cy="201168"/>
          </a:xfrm>
          <a:prstGeom prst="ellipse">
            <a:avLst/>
          </a:prstGeom>
          <a:solidFill>
            <a:srgbClr val="FF5F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431596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streams grounded, cited responses using chat_history for state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1180</Words>
  <Application>Microsoft Office PowerPoint</Application>
  <PresentationFormat>Widescreen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3</cp:revision>
  <dcterms:created xsi:type="dcterms:W3CDTF">2026-08-23T20:04:09Z</dcterms:created>
  <dcterms:modified xsi:type="dcterms:W3CDTF">2026-08-24T14:04:21Z</dcterms:modified>
</cp:coreProperties>
</file>