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40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FB923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FB923C">
              <a:alpha val="3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2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" y="8149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text embeddings to match a query to the closest meaning — not just the closest keywords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Keyword-matching misses what people actually mean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deal with unstructured text on a regular basis, and one common need is searching a large repository for the right answer.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approach is keyword-matching — but its results are limited to the exact query entered.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 capture meaning beyond keywords — which is what makes semantic search possible.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0" y="141732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FFF1E6"/>
          </a:solidFill>
          <a:ln/>
          <a:effectLst>
            <a:outerShdw blurRad="101600" dist="38100" dir="5400000" algn="bl" rotWithShape="0">
              <a:srgbClr val="C2410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1737360"/>
            <a:ext cx="685800" cy="6858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2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065" y="18916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25420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78040" y="294436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I find a taxi or a bus when the plane lands?”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78040" y="3840480"/>
            <a:ext cx="4114800" cy="18288"/>
          </a:xfrm>
          <a:prstGeom prst="rect">
            <a:avLst/>
          </a:prstGeom>
          <a:solidFill>
            <a:srgbClr val="F5C2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78040" y="4023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“taxi” nor “bus” appears anywhere in the FAQ list — so keyword search would find nothing.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78040" y="4846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still finds the right match, because it compares meaning, not words.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query to closest match: four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works by embedding both the documents and the query, then ranking documents by how similar their embeddings are to the query’s.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95628" y="202996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95628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1620" y="265176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2/icon_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638" y="279577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documents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Cohere’s Embed endpoint on every FAQ, with input_type = search_document.</a:t>
            </a:r>
            <a:endParaRPr lang="en-US" sz="1100" dirty="0"/>
          </a:p>
        </p:txBody>
      </p:sp>
      <p:pic>
        <p:nvPicPr>
          <p:cNvPr id="11" name="Image 1" descr="/home/claude/deck2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3840480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22860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430268" y="202996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430268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366260" y="265176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2/icon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278" y="27957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566160" y="4069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incoming query the same way, with input_type = search_query.</a:t>
            </a:r>
            <a:endParaRPr lang="en-US" sz="1100" dirty="0"/>
          </a:p>
        </p:txBody>
      </p:sp>
      <p:pic>
        <p:nvPicPr>
          <p:cNvPr id="19" name="Image 3" descr="/home/claude/deck2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840480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17920" y="22860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264908" y="202996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264908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200900" y="265176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/home/claude/deck2/icon_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918" y="2795778"/>
            <a:ext cx="352044" cy="3520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cosine similarity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00800" y="4069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document against the query embedding — higher means closer in meaning.</a:t>
            </a:r>
            <a:endParaRPr lang="en-US" sz="1100" dirty="0"/>
          </a:p>
        </p:txBody>
      </p:sp>
      <p:pic>
        <p:nvPicPr>
          <p:cNvPr id="27" name="Image 5" descr="/home/claude/deck2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3840480"/>
            <a:ext cx="219456" cy="21945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052560" y="22860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10099548" y="202996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10099548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10035540" y="265176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/home/claude/deck2/icon_bar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9558" y="2795778"/>
            <a:ext cx="352044" cy="3520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23544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return results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9235440" y="4069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documents by similarity score and surface the closest matches first.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endpoint, four input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co.embed() takes texts, a model, and an input_type — telling the model how the embedding will be used.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594360" cy="59436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2/icon_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25111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957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search_document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documents against which search is performed — the FAQ list, in this case.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00200" y="281635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THIS EXAMPLE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9320" y="21031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63640" y="2377440"/>
            <a:ext cx="594360" cy="59436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2/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371" y="251117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3957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search_query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63640" y="31089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query documents — the new incoming question being matched.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040880" y="281635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THIS EXAMPLE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2960" y="4617720"/>
            <a:ext cx="594360" cy="59436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ck2/icon_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91" y="475145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63600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2960" y="53492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when the embeddings feed into a text classifier.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989320" y="43434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263640" y="4617720"/>
            <a:ext cx="594360" cy="59436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deck2/icon_h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371" y="4751451"/>
            <a:ext cx="326898" cy="32689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0" y="463600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263640" y="53492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when you want to cluster the embeddings into groups.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FAQs by cosine similarity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“How can I find a taxi or a bus when the plane lands?” — scored against every FAQ, highest similarity first.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a list of ground transportation at boston airport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92240" y="2029968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92240" y="2029968"/>
            <a:ext cx="4144518" cy="292608"/>
          </a:xfrm>
          <a:prstGeom prst="roundRect">
            <a:avLst>
              <a:gd name="adj" fmla="val 1875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09910" y="197510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9631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ground transportation is available in boston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2606040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606040"/>
            <a:ext cx="4032504" cy="292608"/>
          </a:xfrm>
          <a:prstGeom prst="roundRect">
            <a:avLst>
              <a:gd name="adj" fmla="val 1875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97896" y="255117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72384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boston ground transportation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3182112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92240" y="3182112"/>
            <a:ext cx="3696462" cy="292608"/>
          </a:xfrm>
          <a:prstGeom prst="roundRect">
            <a:avLst>
              <a:gd name="adj" fmla="val 1875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61854" y="31272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48456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the airlines that fly between toronto and denver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3758184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92240" y="3758184"/>
            <a:ext cx="3024378" cy="292608"/>
          </a:xfrm>
          <a:prstGeom prst="roundRect">
            <a:avLst>
              <a:gd name="adj" fmla="val 1875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89770" y="3703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2452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airlines fly from boston to washington dc via other cities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334256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92240" y="4334256"/>
            <a:ext cx="2800350" cy="292608"/>
          </a:xfrm>
          <a:prstGeom prst="roundRect">
            <a:avLst>
              <a:gd name="adj" fmla="val 1875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65742" y="42793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airlines which airline has the most arrivals in atlanta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4910328"/>
            <a:ext cx="4480560" cy="292608"/>
          </a:xfrm>
          <a:prstGeom prst="roundRect">
            <a:avLst>
              <a:gd name="adj" fmla="val 18750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4910328"/>
            <a:ext cx="2688336" cy="292608"/>
          </a:xfrm>
          <a:prstGeom prst="roundRect">
            <a:avLst>
              <a:gd name="adj" fmla="val 1875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53728" y="485546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keywords — yet the top 3 matches are all about ground transportation, exactly what the query meant.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on a 2D map of meaning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the embeddings in two dimensions shows the new query landing right next to the ground-transportation FAQs — not the airline or fare questions.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949440" cy="4023360"/>
          </a:xfrm>
          <a:prstGeom prst="roundRect">
            <a:avLst>
              <a:gd name="adj" fmla="val 1818"/>
            </a:avLst>
          </a:prstGeom>
          <a:solidFill>
            <a:srgbClr val="FF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17320" y="2103120"/>
            <a:ext cx="0" cy="402336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0" cy="402336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54680" y="2103120"/>
            <a:ext cx="0" cy="402336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23360" y="2103120"/>
            <a:ext cx="0" cy="402336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92040" y="2103120"/>
            <a:ext cx="0" cy="402336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60720" y="2103120"/>
            <a:ext cx="0" cy="402336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29400" y="2103120"/>
            <a:ext cx="0" cy="402336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6949440" cy="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6949440" cy="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6949440" cy="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5321808"/>
            <a:ext cx="6949440" cy="0"/>
          </a:xfrm>
          <a:prstGeom prst="line">
            <a:avLst/>
          </a:prstGeom>
          <a:noFill/>
          <a:ln w="9525">
            <a:solidFill>
              <a:srgbClr val="F3D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93285" y="2763317"/>
            <a:ext cx="128016" cy="128016"/>
          </a:xfrm>
          <a:prstGeom prst="ellipse">
            <a:avLst/>
          </a:prstGeom>
          <a:solidFill>
            <a:srgbClr val="1E293B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9464" y="3648456"/>
            <a:ext cx="128016" cy="128016"/>
          </a:xfrm>
          <a:prstGeom prst="ellipse">
            <a:avLst/>
          </a:prstGeom>
          <a:solidFill>
            <a:srgbClr val="1E293B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79576" y="4935931"/>
            <a:ext cx="128016" cy="128016"/>
          </a:xfrm>
          <a:prstGeom prst="ellipse">
            <a:avLst/>
          </a:prstGeom>
          <a:solidFill>
            <a:srgbClr val="1E293B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13509" y="5660136"/>
            <a:ext cx="128016" cy="128016"/>
          </a:xfrm>
          <a:prstGeom prst="ellipse">
            <a:avLst/>
          </a:prstGeom>
          <a:solidFill>
            <a:srgbClr val="1E293B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05195" y="3246120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61150" y="3970325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8229" y="4251960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959352" y="3165653"/>
            <a:ext cx="128016" cy="128016"/>
          </a:xfrm>
          <a:prstGeom prst="ellipse">
            <a:avLst/>
          </a:prstGeom>
          <a:solidFill>
            <a:srgbClr val="1E293B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16936" y="4654296"/>
            <a:ext cx="128016" cy="128016"/>
          </a:xfrm>
          <a:prstGeom prst="ellipse">
            <a:avLst/>
          </a:prstGeom>
          <a:solidFill>
            <a:srgbClr val="1E293B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73675" y="3611880"/>
            <a:ext cx="201168" cy="201168"/>
          </a:xfrm>
          <a:prstGeom prst="ellipse">
            <a:avLst/>
          </a:prstGeom>
          <a:solidFill>
            <a:srgbClr val="FB92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6263640"/>
            <a:ext cx="146304" cy="146304"/>
          </a:xfrm>
          <a:prstGeom prst="ellipse">
            <a:avLst/>
          </a:prstGeom>
          <a:solidFill>
            <a:srgbClr val="FB923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" y="6199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377440" y="6281928"/>
            <a:ext cx="128016" cy="128016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06040" y="6199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transportation FAQs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0" y="6281928"/>
            <a:ext cx="128016" cy="128016"/>
          </a:xfrm>
          <a:prstGeom prst="ellipse">
            <a:avLst/>
          </a:prstGeom>
          <a:solidFill>
            <a:srgbClr val="1E293B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97880" y="6199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FAQs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2194560"/>
            <a:ext cx="685800" cy="68580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0" descr="/home/claude/deck2/icon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348865"/>
            <a:ext cx="377190" cy="37719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863840" y="3017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= meaning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86384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that are close together in embedding space express similar ideas — even when they share no words at all.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863840" y="4709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the core idea behind semantic search: rank by proximity in that space, not by literal overlap.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FB923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2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" y="86067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by meaning, not just by words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both documents and queries, then ranking by cosine similarity, lets a search system surface the right answer even when no keywords match at all.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29768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documents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34640" y="4297680"/>
            <a:ext cx="1563624" cy="4572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834640" y="4297680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26864" y="4297680"/>
            <a:ext cx="2167128" cy="4572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26864" y="429768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022592" y="429768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22592" y="42976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results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Widescreen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2026-08-22T13:13:52Z</dcterms:created>
  <dcterms:modified xsi:type="dcterms:W3CDTF">2026-08-24T08:20:56Z</dcterms:modified>
</cp:coreProperties>
</file>