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256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486400" cy="548640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6D28D9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8149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Text Generation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Cohere’s Command model and Chat endpoint turn a single-turn LLM into a true multi-turn chatbot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brought LLMs into the mainstream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have existed for years, but adoption stayed largely inside the AI community.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 of AI-powered consumer chatbots put LLMs directly in front of everyday users — turning them into a mainstream, cross-industry topic.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teaches how to build LLM chatbots using Cohere’s Chat endpoint.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4663440" cy="4206240"/>
          </a:xfrm>
          <a:prstGeom prst="roundRect">
            <a:avLst>
              <a:gd name="adj" fmla="val 2609"/>
            </a:avLst>
          </a:prstGeom>
          <a:solidFill>
            <a:srgbClr val="EDE9FE"/>
          </a:solidFill>
          <a:ln/>
          <a:effectLst>
            <a:outerShdw blurRad="101600" dist="38100" dir="5400000" algn="bl" rotWithShape="0">
              <a:srgbClr val="4C1D95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1874520"/>
            <a:ext cx="685800" cy="68580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505" y="202882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0" y="26974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269480" y="312724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Cohere’s family of text-generation models — built to follow instructions and stay useful in real business workflows.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4160520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432" y="4230472"/>
            <a:ext cx="170993" cy="1709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9248" y="41330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269480" y="4544568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ck/icon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432" y="4614520"/>
            <a:ext cx="170993" cy="1709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99248" y="45171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269480" y="4928616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deck/icon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432" y="4998568"/>
            <a:ext cx="170993" cy="1709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99248" y="49011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269480" y="5312664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/home/claude/deck/icon_he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9432" y="5382616"/>
            <a:ext cx="170993" cy="1709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99248" y="5285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to follow commands — and to converse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generates a response given a prompt or message. It is trained on large volumes of instruction-following and conversational data so it can handle the nuances of multi-turn language across business use cases.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3227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3291840" cy="54864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178808"/>
            <a:ext cx="4206240" cy="54864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message or prompt returns a model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deck/icon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99" y="1499159"/>
            <a:ext cx="311810" cy="31181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23760" y="1344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23760" y="1691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headlines, product copy, and marketing text on demand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92240" y="256032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deck/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799" y="268787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5328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223760" y="2880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structured facts and fields out of raw text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92240" y="374904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deck/icon_he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799" y="3876599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3721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223760" y="40690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directly to user and business queries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baseline LLM only remembers the last message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context is limited to the message it just received — previous messages and responses are not considered. But chatbots need to hold a conversation across many turns.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icon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6174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 → response out. No memory of earlier turns.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03320" y="3200400"/>
            <a:ext cx="36576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0" y="228600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251460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270" y="26174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4340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 → response out. No memory of earlier turns.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269480" y="3200400"/>
            <a:ext cx="36576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680960" y="228600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909560" y="2514600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/icon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430" y="261747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956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90956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 → response out. No memory of earlier turns.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68680" y="489204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deck/icon_rep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59" y="5066919"/>
            <a:ext cx="427482" cy="4274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20240" y="480060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link a sequence of interactions into a single instance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920240" y="521208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chatbot carries a memory of every previous exchange instead of starting from scratch each time.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chatbot’s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interactions are passed to the model as a chronological list of messages — stitched together until the model’s maximum context length is reached.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5628" y="1892808"/>
            <a:ext cx="512064" cy="512064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9562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1620" y="251460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638" y="265861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Steers the assistant’s persona, tone, or format — e.g. “Respond in a formal, professional tone.”</a:t>
            </a:r>
            <a:endParaRPr lang="en-US" sz="1100" dirty="0"/>
          </a:p>
        </p:txBody>
      </p:sp>
      <p:pic>
        <p:nvPicPr>
          <p:cNvPr id="11" name="Image 1" descr="/home/claude/deck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3703320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430268" y="1892808"/>
            <a:ext cx="512064" cy="512064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43026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66260" y="251460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278" y="26586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user message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66160" y="39319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user message is added to the running messages list.</a:t>
            </a:r>
            <a:endParaRPr lang="en-US" sz="1100" dirty="0"/>
          </a:p>
        </p:txBody>
      </p:sp>
      <p:pic>
        <p:nvPicPr>
          <p:cNvPr id="19" name="Image 3" descr="/home/claude/deck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703320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264908" y="1892808"/>
            <a:ext cx="512064" cy="512064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26490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200900" y="251460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/home/claude/deck/icon_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918" y="2658618"/>
            <a:ext cx="352044" cy="3520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assistant response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0" y="39319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model replies, the app appends that response and the next user message.</a:t>
            </a:r>
            <a:endParaRPr lang="en-US" sz="1100" dirty="0"/>
          </a:p>
        </p:txBody>
      </p:sp>
      <p:pic>
        <p:nvPicPr>
          <p:cNvPr id="27" name="Image 5" descr="/home/claude/deck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3703320"/>
            <a:ext cx="219456" cy="2194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10099548" y="1892808"/>
            <a:ext cx="512064" cy="512064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1009954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10035540" y="251460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/home/claude/deck/icon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9558" y="2658618"/>
            <a:ext cx="352044" cy="3520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235440" y="3337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to context limit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9235440" y="39319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until the total prompt + response tokens hit the model’s max context length.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multi-turn conversations that carry full context from start to finish.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Cohere’s Chat endpoint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structured way to organize inputs through a messages array — giving developers a stable abstraction to build and scale chatbot applications.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5568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4414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system message to steer the assistant’s behavior, tone, or response format.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21488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63640" y="242316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con_rep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71" y="255689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4414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263640" y="31546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the Command model by accepting conversation history in the messages array.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66344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91" y="47971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6817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Application-managed memory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53949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preserve memory by storing prior turns and passing the relevant history back to the endpoint.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43891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63640" y="466344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deck/icon_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371" y="479717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6817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conversation input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263640" y="539496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schema for system, user, assistant, and tool-related messages, with full config control.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8606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foundation model to production chatbot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supplies the raw generative power. The Chat endpoint adds system messages, multi-turn history, and a structured schema on top — giving developers everything needed to build reliable, business-ready LLM chatbots.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model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33472" y="42976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33472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28032" y="4297680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28032" y="429768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23760" y="4297680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223760" y="429768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schema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2026-08-22T13:05:44Z</dcterms:created>
  <dcterms:modified xsi:type="dcterms:W3CDTF">2026-08-24T08:22:44Z</dcterms:modified>
</cp:coreProperties>
</file>