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25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81160" y="822960"/>
            <a:ext cx="3291840" cy="3291840"/>
          </a:xfrm>
          <a:prstGeom prst="ellipse">
            <a:avLst/>
          </a:prstGeom>
          <a:solidFill>
            <a:srgbClr val="1B3A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966960" y="1508760"/>
            <a:ext cx="1920240" cy="1920240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2700000">
            <a:off x="11475720" y="3246120"/>
            <a:ext cx="822960" cy="20116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SEARCH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 Wikipedia dataset with BM25 keyword matching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5852160"/>
            <a:ext cx="10972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keywords to conversational answers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chapter compared keyword search with dense retrieval. This lab puts keyword search to work: querying a large Wikipedia article dataset and seeing exactly where it succeeds and where it breaks down.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in this module, the same Wikipedia dataset is reused to improve results with dense retrieval and reranking — and finally to generate answers as full sentences.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37960" y="1691640"/>
            <a:ext cx="0" cy="3511296"/>
          </a:xfrm>
          <a:prstGeom prst="line">
            <a:avLst/>
          </a:prstGeom>
          <a:noFill/>
          <a:ln w="254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48640" cy="54864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636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0" y="1371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17099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matching — this lab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2587752"/>
            <a:ext cx="548640" cy="548640"/>
          </a:xfrm>
          <a:prstGeom prst="ellipse">
            <a:avLst/>
          </a:prstGeom>
          <a:solidFill>
            <a:srgbClr val="EEF3F5"/>
          </a:solidFill>
          <a:ln w="254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63640" y="2587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5420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2880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meaning-based search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758184"/>
            <a:ext cx="548640" cy="548640"/>
          </a:xfrm>
          <a:prstGeom prst="ellipse">
            <a:avLst/>
          </a:prstGeom>
          <a:solidFill>
            <a:srgbClr val="EEF3F5"/>
          </a:solidFill>
          <a:ln w="254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3758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37124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40507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most relevant pairs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928616"/>
            <a:ext cx="548640" cy="548640"/>
          </a:xfrm>
          <a:prstGeom prst="ellipse">
            <a:avLst/>
          </a:prstGeom>
          <a:solidFill>
            <a:srgbClr val="EEF3F5"/>
          </a:solidFill>
          <a:ln w="254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49286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48828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522122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sentence-form answers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the vector database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database stores data objects and their embeddings, and makes operations like nearest-neighbor search fast at scale.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vectors in the demo dataset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22860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245059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Weaviate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2628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used for storage &amp; retrieval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75320" y="245059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Cohere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7532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API access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2396" y="466344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2396" y="4663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API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54780" y="5010912"/>
            <a:ext cx="576072" cy="310896"/>
          </a:xfrm>
          <a:prstGeom prst="rightArrow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85716" y="466344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85716" y="4663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(cohere-demo)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58100" y="5010912"/>
            <a:ext cx="576072" cy="310896"/>
          </a:xfrm>
          <a:prstGeom prst="rightArrow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89036" y="466344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89036" y="4663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class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(read-only, 10M vecs)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keyword_search() function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EEF3F5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ranking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2082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Wikipedia articles by keyword relevance to the query text.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EEF3F5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6334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properties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title, url, views, lang, and the match distance for each result.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EEF3F5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5935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filter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94106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restricted to English (lang = "en") via a where-clause.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EEF3F5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5537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limit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90118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top N matches — 10 by default.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1691640"/>
            <a:ext cx="5669280" cy="3931920"/>
          </a:xfrm>
          <a:prstGeom prst="roundRect">
            <a:avLst>
              <a:gd name="adj" fmla="val 186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192024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keyword_search(query,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results_lang="en",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num_results=10):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properties = ["text", "title",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"url", "views", "lang"]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where_filter =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"path": ["lang"],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"operator": "Equal",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"valueString": results_lang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 = (client.query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.get("Articles", properties)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.with_bm25(query=query)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.with_where(where_filter)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.with_limit(num_results)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.do())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· SIMPLE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“Who discovered penicillin?”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answer: Alexander Fleming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8076" y="21945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2396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2396" y="2880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Penicillin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402836" y="21945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77156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77156" y="2880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Antibiotic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97596" y="21945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5400">
            <a:solidFill>
              <a:srgbClr val="1F9D68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71916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71916" y="2880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Alexander Fleming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895076" y="3794760"/>
            <a:ext cx="411480" cy="411480"/>
          </a:xfrm>
          <a:prstGeom prst="ellipse">
            <a:avLst/>
          </a:prstGeom>
          <a:solidFill>
            <a:srgbClr val="1F9D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895076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71916" y="41630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results contain the answer, and the article on Alexander Fleming states it directly — because the query's own words (“discovered,” “penicillin”) are the words the answer is built from.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· HARD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“Who was the first person to win two Nobel prizes?”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answer: Marie Curie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8076" y="21945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2396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2396" y="2880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Neutrino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305556" y="379476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05556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02836" y="21945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77156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77156" y="2880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Western culture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100316" y="379476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00316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97596" y="21945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71916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71916" y="2880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Reality television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10895076" y="379476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895076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top results answer the question. Articles share words like “first,” “person,” “Nobel,” and “prizes” without discussing who first won two of them — keyword overlap, not meaning.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overlap isn't the same as meaning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literal words. Works well when the answer is likely to share vocabulary with the question — e.g. an article about penicillin's discovery contains the words “discovered” and “penicillin.”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when many articles share the same words without addressing the specific fact being asked about.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0" y="2011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(next)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0604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represents queries and articles by meaning, not just vocabulary — able to connect “first person to win two Nobel prizes” directly to Marie Curie, even without exact word overlap.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then resurfaces the most relevant matches from a larger candidate set.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3840480" cy="3840480"/>
          </a:xfrm>
          <a:prstGeom prst="ellipse">
            <a:avLst/>
          </a:prstGeom>
          <a:solidFill>
            <a:srgbClr val="1B3A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for word overlap. Blind to meaning.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excels when the expected answer shares vocabulary with the query.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falters on specific, multi-part questions where many articles share the same words.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dense retrieval and reranking add semantic understanding on the same dataset.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45262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Finally: a generative model turns retrieved results into sentence-form answers.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</Words>
  <Application>Microsoft Office PowerPoint</Application>
  <PresentationFormat>Widescreen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2026-08-23T11:03:50Z</dcterms:created>
  <dcterms:modified xsi:type="dcterms:W3CDTF">2026-08-24T12:51:33Z</dcterms:modified>
</cp:coreProperties>
</file>