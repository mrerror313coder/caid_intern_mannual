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470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50292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18120" y="4709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759952" y="5321808"/>
            <a:ext cx="493776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59952" y="5486400"/>
            <a:ext cx="493776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0" y="50292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89720" y="4709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31552" y="5321808"/>
            <a:ext cx="493776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31552" y="5486400"/>
            <a:ext cx="493776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0" y="50292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61320" y="4709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RAG WITH COHERE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 responses in external documents — with fine-grained, verifiable citations.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fluent — but not always factual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good at maintaining conversational context and generating fluent responses, but they can hallucinate — producing factually incorrect or incomplete information with total confidence.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BEAEA"/>
          </a:solidFill>
          <a:ln w="12700">
            <a:solidFill>
              <a:srgbClr val="F3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purely from its trained-in knowledge — which can be outdated, incomplete, or simply wrong for your specific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confident, unverifiable, and sometimes fabricated answers.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6974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E7F6F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2918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retrieves relevant external documents and grounds its answer in them — with citations linking every claim back to a source.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grounded, verifiable answers you and your users can trust.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COHERE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into the Chat endpoint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Cohere's Chat endpoint comes with RAG integrated — the full set of building blocks needed to ship a high-quality RAG application quickly.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interface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runs on the Chat endpoint, powered by the Command model — so you get full conversational context, not just single-turn lookups.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when to ground its answer in retrieved documents, when none are relevant, and when it can just answer directly.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4290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citation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grounded response comes with citations linking specific passages back to source documents — easy to verify, easy to trust.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RAG loop: the user asks a question, Chat queries the document set, and the grounded response — with citations — flows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4681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3200400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0" y="3429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4960" y="4681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0" y="3200400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0" y="3429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418320" y="4681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34640" y="3611880"/>
            <a:ext cx="246888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3227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3977640"/>
            <a:ext cx="246888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4050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611880"/>
            <a:ext cx="246888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227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246888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050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 uses a small, static document list — later chapters cover dynamic retrieval at scale.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DOCUMENTS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documents to ground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a short id + data pair — keep each snippet to 300 words or less. Field names are flexible; title and text are the recommended starting 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99923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cohere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cohere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= cohere.ClientV2("COHERE_API_KEY")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example documents about penguins — including one deliberately irrelevant one, to show the model can ignore off-topic sources.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[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 "doc_0", "data": {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"Tall penguins",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"Emperor penguins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are the tallest."}},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 "doc_1", "data": {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"Penguin habitats",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"Emperor penguins only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live in Antarctica."}},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 "doc_2", "data": {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"What are animals?",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"Animals are different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from plants."}},</a:t>
            </a:r>
            <a:endParaRPr lang="en-US" sz="10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call: message in, grounded answer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user's message and the documents list straight into the Chat endpoint. The Command model decides how to use the documents — no separate retrieval pipeline required for this simple example.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3246120"/>
          </a:xfrm>
          <a:prstGeom prst="roundRect">
            <a:avLst>
              <a:gd name="adj" fmla="val 2817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10241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the user message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"What are the tallest living penguins?"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the response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message}],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documents=documents,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RESPONSE, CITATIONS &amp; DOCUMENTS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come back from one call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text response, then walk the citations to see exactly which source backs each claim.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RESPONSE 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“According to the document, Emperor penguins are the tallest living penguins.”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CITATION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start=27  end=76  text=‘Emperor penguins are the tallest living penguins.’  →  source: doc_0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 of text in the response is mapped back to the exact source document that supports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5778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742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SOURCE DOCUMENT(S)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60350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"doc_0", "title": "Tall penguins", "text": "Emperor penguins are the tallest."}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answers, one Chat call away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documents alongside the user's message, and Cohere's Chat endpoint decides how to use them — generating a grounded response with fine-grained citations back to the exact source. This is the foundation the rest of the RAG module builds 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35661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3566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1330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citation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413308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41330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by design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comes from traceability.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38160" y="34290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turn an LLM's answer from a claim you have to trust into one you can check.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2026-08-23T19:21:27Z</dcterms:created>
  <dcterms:modified xsi:type="dcterms:W3CDTF">2026-08-24T13:10:43Z</dcterms:modified>
</cp:coreProperties>
</file>