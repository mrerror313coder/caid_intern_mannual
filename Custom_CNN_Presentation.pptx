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640080"/>
            <a:ext cx="1554480" cy="1554480"/>
          </a:xfrm>
          <a:prstGeom prst="ellipse">
            <a:avLst/>
          </a:prstGeom>
          <a:solidFill>
            <a:srgbClr val="0F6FA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10378440" y="4480560"/>
            <a:ext cx="1417320" cy="1417320"/>
          </a:xfrm>
          <a:prstGeom prst="rect">
            <a:avLst/>
          </a:prstGeom>
          <a:solidFill>
            <a:srgbClr val="5FB3CE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120640"/>
            <a:ext cx="914400" cy="914400"/>
          </a:xfrm>
          <a:prstGeom prst="ellipse">
            <a:avLst/>
          </a:prstGeom>
          <a:solidFill>
            <a:srgbClr val="E7A977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ShapeNetLite: Circle vs. Square Classifier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built and trained entirely from scratch in NumPy — architecture, training run, and 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Image Classification  •  28×28 Grayscale  •  Built From Scratch (No Framework)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&amp;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 vs. Square: A Synthetic 2-Class Vision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synthetic dataset?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fully controlled, reproducible 2-class benchmark without any external downloads — every image is generated programmatically with randomized size, position, rotation, fill, noise and occlusion.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06040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image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(0)  ·  Square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× 28, grayscale (1 channel)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/ 200 / 300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 in every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factors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noise, random occlusion patches,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size/position jitter, rotation up to 45°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home/claude/cnn_project/data/sampl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71600"/>
            <a:ext cx="4754880" cy="2569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3720" y="4041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training images — note the injected noise and occlusion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903720" y="4617720"/>
            <a:ext cx="4754880" cy="1508760"/>
          </a:xfrm>
          <a:prstGeom prst="rect">
            <a:avLst/>
          </a:prstGeom>
          <a:solidFill>
            <a:srgbClr val="F4F7F9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4736592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A5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scope: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controlled proxy task chosen to demonstrate CNN design, training, and evaluation end-to-end — the same pipeline applies directly to real 2-class image problems (e.g. defect vs. no-defect, cat vs. dog).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ShapeNetLite — 3 Conv Blocks + Classifier Head</a:t>
            </a:r>
            <a:endParaRPr lang="en-US" sz="2600" dirty="0"/>
          </a:p>
        </p:txBody>
      </p:sp>
      <p:pic>
        <p:nvPicPr>
          <p:cNvPr id="4" name="Image 0" descr="/home/claude/cnn_project/data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11521440" cy="32095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5029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F6FA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5604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5285232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(Conv2D 3×3 → ReLU → MaxPool 2×2), doubling filters 8→16→32 each block while spatial size shrinks 28→14→7→3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25112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489704" y="5029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A3"/>
          </a:solidFill>
          <a:ln/>
        </p:spPr>
      </p:sp>
      <p:sp>
        <p:nvSpPr>
          <p:cNvPr id="11" name="Text 8"/>
          <p:cNvSpPr/>
          <p:nvPr/>
        </p:nvSpPr>
        <p:spPr>
          <a:xfrm>
            <a:off x="4690872" y="495604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26280" y="5285232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(288) → Dense(64) + ReLU → Dropout(0.3) → Dense(1) + Sigmoid for binary output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8147304" y="489204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</p:spPr>
      </p:sp>
      <p:sp>
        <p:nvSpPr>
          <p:cNvPr id="14" name="Shape 11"/>
          <p:cNvSpPr/>
          <p:nvPr/>
        </p:nvSpPr>
        <p:spPr>
          <a:xfrm>
            <a:off x="8311896" y="5029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E9C6B"/>
          </a:solidFill>
          <a:ln/>
        </p:spPr>
      </p:sp>
      <p:sp>
        <p:nvSpPr>
          <p:cNvPr id="15" name="Text 12"/>
          <p:cNvSpPr/>
          <p:nvPr/>
        </p:nvSpPr>
        <p:spPr>
          <a:xfrm>
            <a:off x="8513064" y="4956048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framework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48472" y="5285232"/>
            <a:ext cx="32369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24,449 trainable parameters. Every layer — conv (im2col), pooling, dense, dropout, Adam — implemented from scratch in NumPy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Was Trained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(β1=0.9, β2=0.999)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1e-3,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cross-entropy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(full run, no early stop)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Dropout(0.3) before final Dense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init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/ Kaiming-style scaled normal init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with training-set mean/std;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 noise + occlusion baked into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generated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208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(implemented manually)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720840" y="1984248"/>
            <a:ext cx="310896" cy="310896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984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50608" y="192024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— compute prediction probability via sigmoid output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2761488"/>
            <a:ext cx="310896" cy="310896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2761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50608" y="269748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 — binary cross-entropy between prediction and label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20840" y="3538728"/>
            <a:ext cx="310896" cy="310896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538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50608" y="347472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— manual backprop through every layer (chain rule) computes ∂loss/∂W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20840" y="4315968"/>
            <a:ext cx="310896" cy="310896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4315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50608" y="425196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update — each weight updated using adaptive per-parameter learning rates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0840" y="5093208"/>
            <a:ext cx="310896" cy="310896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5093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150608" y="502920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all mini-batches, one epoch at a time, tracking train/val loss and accuracy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Validation Curves</a:t>
            </a:r>
            <a:endParaRPr lang="en-US" sz="2600" dirty="0"/>
          </a:p>
        </p:txBody>
      </p:sp>
      <p:pic>
        <p:nvPicPr>
          <p:cNvPr id="4" name="Image 0" descr="/home/claude/cnn_project/data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863840" cy="3145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41732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0" y="1472184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104120" y="1472184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 acc.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95360" y="2404872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4F7F9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0" y="2459736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104120" y="2459736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val. acc.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3392424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4F7F9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0" y="344728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104120" y="344728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0" y="4379976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4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4434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5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s / 18 epochs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104120" y="4434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0" y="502920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curves: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smoothly for both splits; validation accuracy tracks (and briefly exceeds) training accuracy early on because dropout is only active during training — a small, expected train/val gap opens after epoch ~12 as the model starts to memorize noise patterns.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Evaluation</a:t>
            </a:r>
            <a:endParaRPr lang="en-US" sz="2600" dirty="0"/>
          </a:p>
        </p:txBody>
      </p:sp>
      <p:pic>
        <p:nvPicPr>
          <p:cNvPr id="4" name="Image 0" descr="/home/claude/cnn_project/data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206240" cy="392277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691640"/>
          <a:ext cx="64465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46304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(overall)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  (288 / 300 test images correct)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257800" y="4343400"/>
            <a:ext cx="6446520" cy="1874520"/>
          </a:xfrm>
          <a:prstGeom prst="rect">
            <a:avLst/>
          </a:prstGeom>
          <a:solidFill>
            <a:srgbClr val="F4F7F9"/>
          </a:solidFill>
          <a:ln w="9525">
            <a:solidFill>
              <a:srgbClr val="E2E8E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0" y="44622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errors look like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0" y="4800600"/>
            <a:ext cx="6035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circles misclassified as squares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squares misclassified as circles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Errors concentrate on heavily-rotated squares (near-diamond) and circles hit by a large occlusion patch — exactly the ambiguous cases the noise model was designed to create.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90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F6FA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27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vs. dataset size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 was enough to separate the classes cleanly; a deeper network offered no benefit on only 1,000 training images and risked overfitting faster.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7190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B3C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27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mattered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Dropout(0.3) in an ablation run closed the val/train gap faster but plateaued at a lower validation accuracy — confirming it curbed overfitting on the noisy inputs.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142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A5AA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5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cost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hand-written im2col convolution + manual backprop trained in ~12 seconds for 18 epochs on CPU — workable at this scale, but a framework (PyTorch/TF) would be required for larger images or deeper nets.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4142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7A97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A9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would break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 clean, single-object, centered synthetic shapes. Real photographs with cluttered backgrounds, multiple objects, or color would need a larger, deeper network and far more data.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CNN Architectures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ShapeNetLite's design choices (conv+pool blocks, dropout, small dense head) trace back to the field's landmark architectures</a:t>
            </a:r>
            <a:endParaRPr lang="en-US" sz="1250" dirty="0"/>
          </a:p>
        </p:txBody>
      </p:sp>
      <p:pic>
        <p:nvPicPr>
          <p:cNvPr id="5" name="Image 0" descr="/home/claude/cnn_project/data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600200"/>
            <a:ext cx="11887200" cy="3483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257800"/>
            <a:ext cx="11201400" cy="105156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VGGNet's block pattern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(stacked 3×3 convs → pool, doubling channels) is the direct template ShapeNetLite follows at a much smaller scale — the same idea used by AlexNet, ResNet and most modern CNNs today.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VGG-16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influential CNN designs — 5 conv stages (each 2–3 stacked 3×3 convs + max-pool) feeding 3 fully-connected layers</a:t>
            </a:r>
            <a:endParaRPr lang="en-US" sz="1250" dirty="0"/>
          </a:p>
        </p:txBody>
      </p:sp>
      <p:pic>
        <p:nvPicPr>
          <p:cNvPr id="5" name="Image 0" descr="/mnt/user-data/uploads/CNN_Architecture_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691640"/>
            <a:ext cx="74980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846320"/>
            <a:ext cx="1371600" cy="1371600"/>
          </a:xfrm>
          <a:prstGeom prst="ellipse">
            <a:avLst/>
          </a:prstGeom>
          <a:solidFill>
            <a:srgbClr val="0F6FA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640080" y="822960"/>
            <a:ext cx="1188720" cy="1188720"/>
          </a:xfrm>
          <a:prstGeom prst="rect">
            <a:avLst/>
          </a:prstGeom>
          <a:solidFill>
            <a:srgbClr val="5FB3CE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118104"/>
            <a:ext cx="146304" cy="146304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260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3-block CNN (24K params) reached 96% test accuracy on a noisy 2-class image task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39896"/>
            <a:ext cx="146304" cy="146304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54787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— convolution, pooling, dense, dropout, Adam — was implemented from first principles in NumPy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61688"/>
            <a:ext cx="146304" cy="146304"/>
          </a:xfrm>
          <a:prstGeom prst="ellipse">
            <a:avLst/>
          </a:prstGeom>
          <a:solidFill>
            <a:srgbClr val="5FB3CE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6966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conv→pool→dense pattern scales up to VGGNet, ResNet, and other landmark architectures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ShapeNetLite  |  Custom CNN Case Study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2026-07-28T10:51:23Z</dcterms:created>
  <dcterms:modified xsi:type="dcterms:W3CDTF">2026-07-28T10:51:23Z</dcterms:modified>
</cp:coreProperties>
</file>