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026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6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486400" cy="5486400"/>
          </a:xfrm>
          <a:prstGeom prst="ellipse">
            <a:avLst/>
          </a:prstGeom>
          <a:solidFill>
            <a:srgbClr val="2737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023360"/>
            <a:ext cx="3657600" cy="3657600"/>
          </a:xfrm>
          <a:prstGeom prst="ellipse">
            <a:avLst/>
          </a:prstGeom>
          <a:solidFill>
            <a:srgbClr val="3243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Answers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search results into a trustworthy, sentence-form answer with retrieval-augmented generation.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273774"/>
          </a:solidFill>
          <a:ln w="12700">
            <a:solidFill>
              <a:srgbClr val="4457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846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5102352"/>
            <a:ext cx="320040" cy="219456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48463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4846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5102352"/>
            <a:ext cx="320040" cy="219456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48463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273774"/>
          </a:solidFill>
          <a:ln w="12700">
            <a:solidFill>
              <a:srgbClr val="4457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4846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are confident — even when they're wrong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are excellent at fluent, natural writing. But the facts they recall from training aren't reliable — they can produce </a:t>
            </a: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r>
              <a:rPr lang="en-US" sz="1500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answers that sound right but aren't.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F3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happens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are trained to model language — grammar, tone, nuance. Storing exact facts inside the network's weights is a side effect, not the goal, so recall is unreliable.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0" y="1691640"/>
            <a:ext cx="5029200" cy="352044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03720" y="1965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friend analogy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03720" y="2514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friend a thermodynamics question, and they might guess wrong.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3246120"/>
            <a:ext cx="4389120" cy="0"/>
          </a:xfrm>
          <a:prstGeom prst="line">
            <a:avLst/>
          </a:prstGeom>
          <a:noFill/>
          <a:ln w="12700">
            <a:solidFill>
              <a:srgbClr val="4457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03720" y="34290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them a few textbook chapters first, then ask — and they're far more likely to get it right.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retrieval-augmented generation: give the model the right pages before asking the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directly, or search 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07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93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SEARCH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2737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3552" y="2624328"/>
            <a:ext cx="274320" cy="201168"/>
          </a:xfrm>
          <a:prstGeom prst="rightArrow">
            <a:avLst/>
          </a:prstGeom>
          <a:solidFill>
            <a:srgbClr val="5C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0" y="24231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16752" y="2624328"/>
            <a:ext cx="274320" cy="201168"/>
          </a:xfrm>
          <a:prstGeom prst="rightArrow">
            <a:avLst/>
          </a:prstGeom>
          <a:solidFill>
            <a:srgbClr val="5C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242316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6DA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24231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(may be inaccurate)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060704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730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SEARCH (RAG)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16052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273774"/>
          </a:solidFill>
          <a:ln w="12700">
            <a:solidFill>
              <a:srgbClr val="4457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691640" y="4800600"/>
            <a:ext cx="274320" cy="274320"/>
          </a:xfrm>
          <a:prstGeom prst="down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51206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3243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5120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system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0360" y="5239512"/>
            <a:ext cx="274320" cy="201168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47872" y="51206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3243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66744" y="5120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61304" y="4846320"/>
            <a:ext cx="274320" cy="274320"/>
          </a:xfrm>
          <a:prstGeom prst="up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880360" y="4361688"/>
            <a:ext cx="274320" cy="201168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623560" y="416052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23560" y="4160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818120" y="4361688"/>
            <a:ext cx="274320" cy="201168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83880" y="41605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DDF3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83880" y="41605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response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WITHOUT 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calls, five confident, wrong answers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r>
              <a:rPr lang="en-US" sz="1500" i="1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people have won more than one Nobel prize?”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</a:t>
            </a:r>
            <a:r>
              <a:rPr lang="en-US" sz="12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Marie Curie, Linus Pauling, John Bardeen, Frederick Sanger, Karl Barry Sharpless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734056"/>
            <a:ext cx="219456" cy="219456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7340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“...won the Nobel Prize twice. She received the Nobel Prize in Physics in 1903 along with her husband Pierre Curie...”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3483864"/>
            <a:ext cx="219456" cy="219456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34838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3264408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“...won the Nobel Prize twice: once in physics and once in chemistry...”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233672"/>
            <a:ext cx="219456" cy="219456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42336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4014216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“...won the Nobel Prize in Physics in 1903 and the Nobel Prize in Chemistry in 1911. She is the only person to have won multiple”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983480"/>
            <a:ext cx="219456" cy="219456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9834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4764024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“...won the Nobel Prize twice. She received the Nobel Prize in Physics in 1903 along with her husband, Pierre Curie, and Henri Becquerel...”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51383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3232" y="5733288"/>
            <a:ext cx="219456" cy="219456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57332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5513832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“...is the only person to have won multiple Nobel prizes. She won the Nobel Prize in Physics in 1903 and the Nobel Prize in Chemistry in 19”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ANSWERS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documents likely to hold the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responses = dense_retrieval(query, num_results=20)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articles come back, ranked by paragraph similarity to the query. The same article can appear more than once with different paragraphs. Top 3: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7581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Peace Prize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9959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“...the Peace prize has been awarded to 110 individuals and 27 organizations...”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5537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7914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strict rule against awarding a prize to more than three people is also controversial...”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294376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53492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58698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prize ceremonies take place annually...”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169164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E4EAF9"/>
          </a:solidFill>
          <a:ln w="12700">
            <a:solidFill>
              <a:srgbClr val="C3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56832" y="1856232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E4EAF9"/>
          </a:solidFill>
          <a:ln w="12700">
            <a:solidFill>
              <a:srgbClr val="C3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21424" y="2020824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E4EAF9"/>
          </a:solidFill>
          <a:ln w="12700">
            <a:solidFill>
              <a:srgbClr val="C3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86016" y="2185416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E4EAF9"/>
          </a:solidFill>
          <a:ln w="12700">
            <a:solidFill>
              <a:srgbClr val="C3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0608" y="2350008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3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50608" y="2578608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7150608" y="35844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paragraphs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50608" y="39044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context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PROMPT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the model in retrieved context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24612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the information provided below to answer the questions at the end.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to the question is not contained in the provided information,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 “The answer is not in the context”.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information: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{context}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How many people have won more than one Nobel prize?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is the concatenation of all 20 retrieved paragraphs. The instruction explicitly tells the model to answer only from that context — and to admit it when the answer isn't there.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WITH 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calls, five answers that agree — correctly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query, now answered from the retrieved context.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DDF3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2276856"/>
            <a:ext cx="219456" cy="219456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2768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“Five people have won multiple Nobel prizes... Lê Đức Thọ refused to accept the prize, and is therefore not counted...”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DDF3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3026664"/>
            <a:ext cx="219456" cy="219456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30266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2807208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“Five people have won multiple Nobel prizes, according to the information provided...”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DDF3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3776472"/>
            <a:ext cx="219456" cy="219456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37764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3557016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“Five people have won multiple Nobel prizes... Lê Đức Thọ refused to accept the prize...”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30682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DDF3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4526280"/>
            <a:ext cx="219456" cy="219456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45262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4306824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“Five people have won multiple Nobel prizes... Linus Pauling was awarded two prizes but of different types, in different years...”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05663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DDF3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3232" y="5276088"/>
            <a:ext cx="219456" cy="219456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52760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" y="5056632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“Five people have won multiple Nobel prizes... Marie Curie is the only person to...”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makes the difference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SEARCH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Marie Curie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states the total of five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confident, is wrong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check the source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DDF3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37960" y="2011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9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SEARCH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says five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specific names and context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say “not in context” if unsure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retrieved text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narrows what the model has to guess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does the recall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already found the paragraphs most similar to the query — the hard part of finding facts is done before generation starts.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2788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does the writing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real strength — fluent, well-structured language — is used to phrase an answer, not to remember facts from training.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78308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41080" y="2103120"/>
            <a:ext cx="548640" cy="548640"/>
          </a:xfrm>
          <a:prstGeom prst="ellipse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410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41080" y="2788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 sets the boundary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34747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Instructing the model to answer only from context, and to admit when it can't, keeps it from filling gaps with invented facts.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5486400" cy="5486400"/>
          </a:xfrm>
          <a:prstGeom prst="ellipse">
            <a:avLst/>
          </a:prstGeom>
          <a:solidFill>
            <a:srgbClr val="2737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first, then let the model write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retrieves the documents most likely to hold the answer, then prompts the model to write a response grounded in that context — cutting down on hallucinations.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273774"/>
          </a:solidFill>
          <a:ln w="12700">
            <a:solidFill>
              <a:srgbClr val="4457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3552" y="3776472"/>
            <a:ext cx="219456" cy="219456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34290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273774"/>
          </a:solidFill>
          <a:ln w="12700">
            <a:solidFill>
              <a:srgbClr val="4457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3429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documents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53912" y="3776472"/>
            <a:ext cx="219456" cy="219456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34290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273774"/>
          </a:solidFill>
          <a:ln w="12700">
            <a:solidFill>
              <a:srgbClr val="4457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3429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grounded prompt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34272" y="3776472"/>
            <a:ext cx="219456" cy="219456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281160" y="34290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273774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81160" y="3429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answer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983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adding a reranker on top of dense retrieval to sharpen results even further.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916</Words>
  <Application>Microsoft Office PowerPoint</Application>
  <PresentationFormat>Widescreen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3</cp:revision>
  <dcterms:created xsi:type="dcterms:W3CDTF">2026-08-25T00:55:14Z</dcterms:created>
  <dcterms:modified xsi:type="dcterms:W3CDTF">2026-08-25T04:30:39Z</dcterms:modified>
</cp:coreProperties>
</file>