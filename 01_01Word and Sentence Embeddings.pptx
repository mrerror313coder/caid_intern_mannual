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91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118872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1554480"/>
            <a:ext cx="137160" cy="13716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0" y="640080"/>
            <a:ext cx="91440" cy="91440"/>
          </a:xfrm>
          <a:prstGeom prst="ellipse">
            <a:avLst/>
          </a:prstGeom>
          <a:solidFill>
            <a:srgbClr val="D7E8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0" y="13716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0" y="192024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0" y="1828800"/>
            <a:ext cx="118872" cy="118872"/>
          </a:xfrm>
          <a:prstGeom prst="ellipse">
            <a:avLst/>
          </a:prstGeom>
          <a:solidFill>
            <a:srgbClr val="D7E8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509760" y="1280160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&amp; SENTENCE EMBEDDINGS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Word and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Embeddings?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human language into the numbers machines can learn from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Computers Only Understand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speak 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&amp; Sentences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my dog”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“Hey, how’s it going?”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you?”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754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ambiguous, structured meaning — but no math to work with.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83580" y="3291840"/>
            <a:ext cx="640080" cy="4572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62600" y="3794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understand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103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(Vectors)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766560" y="30175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 →  [5, 5]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    →  [0.42, 1.28, ... ]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8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Cow    →  [3, 4]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4754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coherent, numeric map of meaning — ready for machine learning.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Word Embedding?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assignment of words to points (vectors of numbers) with two key properties: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words → nearby points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“Apple” sits close to “Banana,” “Cherry,” and “Strawberry” — they share meaning.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words → distant points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“Apple” sits far from “House,” “Car,” or “Tennis” — unrelated concepts.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place “Apple” among these words?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6263640"/>
            <a:ext cx="4206240" cy="0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4572000"/>
            <a:ext cx="0" cy="1691640"/>
          </a:xfrm>
          <a:prstGeom prst="line">
            <a:avLst/>
          </a:prstGeom>
          <a:noFill/>
          <a:ln w="12700">
            <a:solidFill>
              <a:srgbClr val="5A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58845" y="4821631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31843" y="4990795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64408" y="5193792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96619" y="579501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717243" y="596417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37867" y="57104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64869" y="554126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70432" y="60487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31413" y="4574286"/>
            <a:ext cx="164592" cy="16459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31413" y="455599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32860" y="45267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2994A"/>
                </a:solidFill>
              </a:rPr>
              <a:t>fruit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98600" y="53060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C7293"/>
                </a:solidFill>
              </a:rPr>
              <a:t>everyday objects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45720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“Apple” belongs near the fruit cluster —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houses, cars, and sports —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good embedding groups words by meaning, not spelling.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Capture Relationships, Not Just Similarity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Puppy, Dog, Calf, and Cow form a rectangle — the same shape repeats analogies across the vocabulary.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56816" y="4764024"/>
            <a:ext cx="30723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56816" y="2788920"/>
            <a:ext cx="30723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56816" y="2788920"/>
            <a:ext cx="0" cy="1975104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0" y="2788920"/>
            <a:ext cx="0" cy="1975104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65376" y="4672584"/>
            <a:ext cx="182880" cy="18288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9616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4672584"/>
            <a:ext cx="182880" cy="1828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65376" y="2697480"/>
            <a:ext cx="182880" cy="1828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99616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697480"/>
            <a:ext cx="182880" cy="18288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5240" y="5076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9180" y="247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two axes mean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949440" y="246888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2350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axis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26243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right = increasing age (puppy → dog, calf → cow)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42900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3310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35844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up = increasing size (puppy → calf, dog → cow)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389120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captured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45445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“puppy is to dog as calf is to cow” is literally the same vector step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Embeddings Use Hundreds of Dimensions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size are only 2 features. A good embedding captures many more — gender, tone, category, and dozens of subtler, harder-to-name properties.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2194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1536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-0.82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97680" y="26974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26974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69748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227832"/>
            <a:ext cx="10881360" cy="530352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22783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Aardvark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322783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0.419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322783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1.28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0" y="3227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03920" y="322783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-0.06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3758184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375818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43200" y="375818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97680" y="375818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-0.71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52160" y="375818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80960" y="375818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03920" y="375818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288536"/>
            <a:ext cx="10881360" cy="530352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42885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743200" y="42885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297680" y="428853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852160" y="428853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680960" y="42885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03920" y="428853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818888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" y="48188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2743200" y="481888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-0.74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297680" y="481888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-1.02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852160" y="481888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680960" y="481888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503920" y="481888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Cohere’s Embed v4 model returns 1,536 coordinates per word by default — far too many to plot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Aren’t Enough — Order Matters Too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summing word vectors ignores word order — and can collapse opposite meanings into the same vector.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“No, I am good!”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sum-of-words vector →  [0, 2, 2, 3]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2057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no good”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651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9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sum-of-words vector →  [0, 2, 2, 3]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opposite meanings — identical vectors. Naive word-sum embeddings can’t tell them apart.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042416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45262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sentence embeddings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88720" y="50292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transformers and attention, a sentence embedding maps each whole sentence — not each word — to a single coherent vector that respects order, semantics, and meaning.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 Embeddings Cluster by Meaning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sentences, compressed from 1,536 dimensions down to 2 for visualization — three topics fall into three clean clusters.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1678" y="2721254"/>
            <a:ext cx="146304" cy="146304"/>
          </a:xfrm>
          <a:prstGeom prst="ellipse">
            <a:avLst/>
          </a:prstGeom>
          <a:solidFill>
            <a:srgbClr val="F299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51990" y="267553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how are you?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52167" y="2337206"/>
            <a:ext cx="146304" cy="146304"/>
          </a:xfrm>
          <a:prstGeom prst="ellipse">
            <a:avLst/>
          </a:prstGeom>
          <a:solidFill>
            <a:srgbClr val="F299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2479" y="229148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Hey, what's up?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5653" y="2644445"/>
            <a:ext cx="146304" cy="146304"/>
          </a:xfrm>
          <a:prstGeom prst="ellipse">
            <a:avLst/>
          </a:prstGeom>
          <a:solidFill>
            <a:srgbClr val="F299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75965" y="259872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how's it going?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95621" y="4027018"/>
            <a:ext cx="146304" cy="146304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91333" y="398129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my dog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03113" y="4334256"/>
            <a:ext cx="146304" cy="146304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8825" y="4288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my dog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92624" y="4641494"/>
            <a:ext cx="146304" cy="146304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88336" y="459577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adore my dog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49563" y="5025542"/>
            <a:ext cx="146304" cy="146304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45275" y="497982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 watching soccer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37576" y="4718304"/>
            <a:ext cx="146304" cy="146304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33288" y="4672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enjoyed watching the world cup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60052" y="5294376"/>
            <a:ext cx="146304" cy="146304"/>
          </a:xfrm>
          <a:prstGeom prst="ellipse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55764" y="5248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watching soccer matches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51737" y="2062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50792" y="36570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DOG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78041" y="446796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“Hey, what’s up?” and “Hello, how are you?” share no words — yet the model places them right next to each other.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Embedding Space, 100+ Languages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model places translations of the same sentence near each other — regardless of language.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854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9476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lives in the woods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40680" y="194767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The bear lives in the woods     UR · </a:t>
            </a:r>
            <a:r>
              <a:rPr lang="ur-PK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بھالو جنگل میں رہتا ہے</a:t>
            </a: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FR · L’ours vit dans la forêt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3328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is in Qatar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40680" y="309067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The world cup is in Qatar     UR · </a:t>
            </a:r>
            <a:r>
              <a:rPr lang="ur-PK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ورلڈ کپ قطر میں ہے</a:t>
            </a: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FR · La coupe du monde est au Qatar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2336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apple is a fruit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49240" y="4233672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An apple is a fruit    	 UR </a:t>
            </a:r>
            <a:r>
              <a:rPr lang="ur-PK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ایک سیب ایک پھل ہے</a:t>
            </a: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FR · Une pomme est un fruit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5614416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53766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blue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40680" y="537667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The sky is blue     	UR · </a:t>
            </a:r>
            <a:r>
              <a:rPr lang="ur-PK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آسمان نیلا ہے</a:t>
            </a: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	  FR · Le ciel est bleu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36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36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45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the bridge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15453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translate words and sentences into vectors of numbers models can compute with.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054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40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encodes meaning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41401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words and sentences land close together; unrelated ones land far apart.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2826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encode relationships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328269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and vector steps capture features like age, size, and full analogies.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2428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51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add order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415137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sentences — not just word sums — preserve meaning and tell opposites apart.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111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0200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 unify languages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0" y="502005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in 100+ languages, lands in the same neighborhood of the space.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887</Words>
  <Application>Microsoft Office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3</cp:revision>
  <dcterms:created xsi:type="dcterms:W3CDTF">2026-08-03T06:36:42Z</dcterms:created>
  <dcterms:modified xsi:type="dcterms:W3CDTF">2026-08-03T10:34:10Z</dcterms:modified>
</cp:coreProperties>
</file>