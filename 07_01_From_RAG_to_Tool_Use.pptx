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324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RAG to Tool Use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giving large language models the ability to call tools — not just retrieve documents — turns a question-answering assistant into one that can plan and act.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481888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518464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request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88920" y="4965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47091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481888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518464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what's needed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57800" y="4965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60720" y="47091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70448" y="481888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518464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DB · Python · APIs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answering questions to automating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take to turn an assistant that answers simple questions into one that automates multi-step tasks?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101600" dist="38100" dir="5400000" algn="bl" rotWithShape="0">
              <a:srgbClr val="3B1E6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2585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many employees does Microsoft have?”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lookup answers it directly — this is a RAG-style question.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101600" dist="38100" dir="5400000" algn="bl" rotWithShape="0">
              <a:srgbClr val="3B1E6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258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“Plot the number of employees at the three tech companies with the highest market cap in the US in 2024.”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3749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planning, several lookups, and an action — this needs tool use.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assistant handling the complex task would need to: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5138928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9612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down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8704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companies first, then look up each one's employee count.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4937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5138928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559612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 action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17720" y="58704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multiple web searches in sequence, not just one.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937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58200" y="5138928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5820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559612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action, not just retrieve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58200" y="58704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information retrieval to actually create the plot.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grounds responses in external documents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retrieves unstructured text — meeting notes, wikis, PDFs — and uses it as context to answer, reducing hallucination and adding recent or private knowledge.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7706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172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65960" y="277063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65960" y="341071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26060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B1E63"/>
          </a:solidFill>
          <a:ln/>
          <a:effectLst>
            <a:outerShdw blurRad="76200" dist="254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27706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97480" y="31729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retrieves, then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response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0" y="277063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0" y="341071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docs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94960" y="26060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8B5CF6"/>
          </a:solidFill>
          <a:ln/>
          <a:effectLst>
            <a:outerShdw blurRad="76200" dist="254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2770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0" y="3172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F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35240" y="309067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ingest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75320" y="26060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2770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66760" y="31729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notes, wikis, PDFs, support chats…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4206240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application only retrieves documents from a source — it never writes back or takes an action against it.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source of textual, unstructured data can feed a RAG system — Google Drive, Notion, Intercom, PDFs, and more.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API becomes a tool an LLM can call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extends RAG's idea — external systems guiding the LLM's response — to a much wider set of tools than document retrieval alone.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31620" y="2404872"/>
            <a:ext cx="640080" cy="6400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31620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current, public information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93692" y="2404872"/>
            <a:ext cx="640080" cy="6400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9369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7872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7872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structured company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72784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55764" y="2404872"/>
            <a:ext cx="640080" cy="6400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55764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9944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live forecast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34856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17836" y="2404872"/>
            <a:ext cx="640080" cy="64008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17836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72016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Interpreter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72016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transform, or plot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retrieving only from unstructured documents (RAG), tool use retrieves from any source — and can also take actions through those sources, not just read from them.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 you'll build: a RAG assistant for sales data  ·  a calendar assistant  ·  a data analyst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asks the model one more question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 the model makes one decision. With tool use, it makes two.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101600" dist="381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tool at all?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query, decide whether it can be answered directly or needs external context.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build a great company?” → no lookup needed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Apple's revenue in 2023?” → needs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101600" dist="381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1671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tool, and how?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tool is required, decide which one(s) fit the query and how to call them.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needing only facts calls the search engine.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also asks for a chart calls the search engine AND the Python interpreter.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51760" y="49834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 request to only the relevant tool avoids the noise of a naive RAG setup, which pulls from every connected source regardless of fit — e.g. searching only the public web for “largest car manufacturers in 2023” instead of also querying a private Notion base.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can read and write, not just read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RAG setup only retrieves. Tool use lets an LLM take actions — both read and write operations on an external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EFE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1546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3154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read operation — the application retrieves documents but can never modify the source.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83464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31546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92640" y="3154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9264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operations: look up a person's availability (read) and create a new event on the calendar (write).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is the how of tool use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tool use is the what of extending an LLM's capabilities, function calling is the how — the technical mechanics of picking a tool and generating its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103120"/>
            <a:ext cx="2377440" cy="1097280"/>
          </a:xfrm>
          <a:prstGeom prst="roundRect">
            <a:avLst>
              <a:gd name="adj" fmla="val 7500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8105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490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 tool + build payload  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send + receive information  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2103120"/>
            <a:ext cx="2377440" cy="1097280"/>
          </a:xfrm>
          <a:prstGeom prst="roundRect">
            <a:avLst>
              <a:gd name="adj" fmla="val 75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0" y="21031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is described as a function with a schema, so the LLM knows exactly when and how to call it: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420624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of the tool's purpose — tells the LLM when it's relevant.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3977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11880" y="420624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118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parameters it accepts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inputs the tool needs to run.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6520" y="420624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parameter does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guiding the LLM on how to fill it in.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52560" y="3977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81160" y="420624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811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each parameter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544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date, etc. — keeps the call well-formed.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results stay traceable to their source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RAG's citation mechanism carries over to tool use — responses can be traced back to whichever tool result grounded them, which builds user trust.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2926080"/>
          </a:xfrm>
          <a:prstGeom prst="roundRect">
            <a:avLst>
              <a:gd name="adj" fmla="val 2813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an hour-long appointment for the first available free slot after 9am.”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create_calendar_event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2148840"/>
            <a:ext cx="56692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(WITH CITATION)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788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I've created an </a:t>
            </a:r>
            <a:r>
              <a:rPr lang="en-US" sz="1500" b="1" dirty="0">
                <a:solidFill>
                  <a:srgbClr val="231942"/>
                </a:solidFill>
                <a:highlight>
                  <a:srgbClr val="EFE9FA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hour-long appointment</a:t>
            </a:r>
            <a:r>
              <a:rPr lang="en-US" sz="1500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10:00 on 23/05/2024.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886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highlighted span is a fine-grained citation — it points to the exact tool result (the calendar event just created) that grounds this part of the response, more specific than a citation at the sentence or response level.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next: building tool use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is a natural extension of RAG — wider sources, real actions, and the same trust-building citations. Chapter 2 looks at the building blocks of a tool use system and how they work together.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IN THIS MODULE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Assistant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structured sales and product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971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99432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9432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Assistant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4343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availability and schedules appointments.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2971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75904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75904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75904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4343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searches, and computes across sources to answer complex questions.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1075</Words>
  <Application>Microsoft Office PowerPoint</Application>
  <PresentationFormat>Widescreen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2026-08-24T02:16:59Z</dcterms:created>
  <dcterms:modified xsi:type="dcterms:W3CDTF">2026-08-24T14:06:18Z</dcterms:modified>
</cp:coreProperties>
</file>