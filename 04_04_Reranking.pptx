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51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12344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196596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23960" y="26974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34290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E4A63"/>
          </a:solidFill>
          <a:ln w="2540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query-response pairs to surface the most relevant results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5852160"/>
            <a:ext cx="10972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booster for any search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in this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some queries, missed the mark on others.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well across every query tested.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closes that gap — and can lift dense retrieval even further, since it re-scores whatever candidates it's given.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5623560" cy="4069080"/>
          </a:xfrm>
          <a:prstGeom prst="roundRect">
            <a:avLst>
              <a:gd name="adj" fmla="val 224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reranking does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(query, response) pair, it assigns a relevance score — high when the response actually answers the query, low otherwise.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3337560"/>
            <a:ext cx="5029200" cy="0"/>
          </a:xfrm>
          <a:prstGeom prst="line">
            <a:avLst/>
          </a:prstGeom>
          <a:noFill/>
          <a:ln w="12700">
            <a:solidFill>
              <a:srgbClr val="3D6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top of any search mechanism — keyword search, dense retrieval, or anything else — by re-sorting the candidates that system already found.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via Cohere’s Rerank endpoint.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broad, then rerank narrow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9516" y="16916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635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8116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8116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or dense retrieval surfaces candidates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3068" y="2130552"/>
            <a:ext cx="448056" cy="310896"/>
          </a:xfrm>
          <a:prstGeom prst="rightArrow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94276" y="16916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22876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endpoint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22876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(query, response) pair for relevance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67828" y="2130552"/>
            <a:ext cx="448056" cy="310896"/>
          </a:xfrm>
          <a:prstGeom prst="rightArrow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89036" y="16916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  <a:effectLst>
            <a:outerShdw blurRad="635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17636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17636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Best-matching responses, sorted by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rerank_responses(query, responses, num_responses=3):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reranked_responses = co.rerank(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query = query,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documents = responses,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top_n = num_responses,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'rerank-v4.0-pro',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return_documents = True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reranked_responses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RERANK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search's top 100, expanded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was the first person to win two Nobel prizes?” — first 20 of 100 titles retrieved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9788" y="1965960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1228" y="196596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Neutrino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20924" y="1965960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12364" y="196596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culture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52060" y="1965960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3500" y="196596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television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83196" y="1965960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74636" y="196596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Mullan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514332" y="1965960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5772" y="196596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" y="2770632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" y="2770632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Regal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20924" y="2770632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12364" y="2770632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52060" y="2770632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43500" y="2770632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83196" y="2770632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74636" y="2770632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14332" y="2770632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5772" y="2770632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 gas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9788" y="357530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228" y="3575304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in Literature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20924" y="357530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12364" y="3575304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D.C. United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52060" y="357530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43500" y="3575304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in Literature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83196" y="357530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74636" y="3575304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 Man Utd season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14332" y="3575304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05772" y="3575304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9788" y="4379976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DCEFE6"/>
          </a:solidFill>
          <a:ln w="19050">
            <a:solidFill>
              <a:srgbClr val="1F9D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1228" y="4379976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20924" y="4379976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12364" y="4379976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 LaVine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2060" y="4379976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43500" y="4379976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F1 World Championship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283196" y="4379976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74636" y="4379976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 Man Utd season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514332" y="4379976"/>
            <a:ext cx="20848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05772" y="4379976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53218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articles are buried in noise — keyword overlap surfaced 100 candidates, most of them irrelevant.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RERANK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 3, sorted by relevance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100 candidates, rescored by the Rerank endpoint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5146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“Five people have received two Nobel Prizes. Marie Curie received the …”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0" y="2478024"/>
            <a:ext cx="2468880" cy="256032"/>
          </a:xfrm>
          <a:prstGeom prst="roundRect">
            <a:avLst>
              <a:gd name="adj" fmla="val 17857"/>
            </a:avLst>
          </a:prstGeom>
          <a:solidFill>
            <a:srgbClr val="DDE4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0" y="2478024"/>
            <a:ext cx="2468880" cy="256032"/>
          </a:xfrm>
          <a:prstGeom prst="roundRect">
            <a:avLst>
              <a:gd name="adj" fmla="val 17857"/>
            </a:avLst>
          </a:prstGeom>
          <a:solidFill>
            <a:srgbClr val="1F9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0" y="21854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8404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terms of the most prestigious awards in STEM fields, only a small …”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3803904"/>
            <a:ext cx="2468880" cy="256032"/>
          </a:xfrm>
          <a:prstGeom prst="roundRect">
            <a:avLst>
              <a:gd name="adj" fmla="val 17857"/>
            </a:avLst>
          </a:prstGeom>
          <a:solidFill>
            <a:srgbClr val="DDE4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69680" y="3803904"/>
            <a:ext cx="2394814" cy="256032"/>
          </a:xfrm>
          <a:prstGeom prst="roundRect">
            <a:avLst>
              <a:gd name="adj" fmla="val 17857"/>
            </a:avLst>
          </a:prstGeom>
          <a:solidFill>
            <a:srgbClr val="1F9D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0" y="35112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800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Prize in Literature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51663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are also prizes for honouring the lifetime achievement of writers …”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9680" y="5129784"/>
            <a:ext cx="2468880" cy="256032"/>
          </a:xfrm>
          <a:prstGeom prst="roundRect">
            <a:avLst>
              <a:gd name="adj" fmla="val 17857"/>
            </a:avLst>
          </a:prstGeom>
          <a:solidFill>
            <a:srgbClr val="DDE4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5129784"/>
            <a:ext cx="2147926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69680" y="48371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1B3A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relevance filter for any search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scores (query, response) pairs — it doesn't need to know how the candidates were found.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keyword search's 100 noisy results, it surfaced two correct Nobel Prize articles at the top.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two results scored 1.00 and 0.97 relevance — a clear separation from the rest.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the dense retrieval results too: reranking can sharpen an already-strong search.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2026-08-23T11:11:10Z</dcterms:created>
  <dcterms:modified xsi:type="dcterms:W3CDTF">2026-08-24T12:58:36Z</dcterms:modified>
</cp:coreProperties>
</file>