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50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0040"/>
            <a:ext cx="2286000" cy="2286000"/>
          </a:xfrm>
          <a:prstGeom prst="ellipse">
            <a:avLst/>
          </a:prstGeom>
          <a:solidFill>
            <a:srgbClr val="6C4AA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5640" y="1143000"/>
            <a:ext cx="1371600" cy="1371600"/>
          </a:xfrm>
          <a:prstGeom prst="ellipse">
            <a:avLst/>
          </a:prstGeom>
          <a:solidFill>
            <a:srgbClr val="F4623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81160" y="1508760"/>
            <a:ext cx="822960" cy="822960"/>
          </a:xfrm>
          <a:prstGeom prst="ellipse">
            <a:avLst/>
          </a:prstGeom>
          <a:solidFill>
            <a:srgbClr val="C9B8E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a blank instruction into a prompt that reliably gets the output you want.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6C4AA0">
              <a:alpha val="80000"/>
            </a:srgbClr>
          </a:solidFill>
          <a:ln w="12700">
            <a:solidFill>
              <a:srgbClr val="C9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453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4846320"/>
            <a:ext cx="1737360" cy="0"/>
          </a:xfrm>
          <a:prstGeom prst="line">
            <a:avLst/>
          </a:prstGeom>
          <a:noFill/>
          <a:ln w="19050">
            <a:solidFill>
              <a:srgbClr val="C9B8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5056632"/>
            <a:ext cx="1737360" cy="0"/>
          </a:xfrm>
          <a:prstGeom prst="line">
            <a:avLst/>
          </a:prstGeom>
          <a:noFill/>
          <a:ln w="19050">
            <a:solidFill>
              <a:srgbClr val="C9B8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4727448"/>
            <a:ext cx="457200" cy="274320"/>
          </a:xfrm>
          <a:prstGeom prst="rightArrow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4343400"/>
            <a:ext cx="1051560" cy="1051560"/>
          </a:xfrm>
          <a:prstGeom prst="roundRect">
            <a:avLst>
              <a:gd name="adj" fmla="val 7826"/>
            </a:avLst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60520" y="463600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484632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74920" y="4727448"/>
            <a:ext cx="457200" cy="274320"/>
          </a:xfrm>
          <a:prstGeom prst="rightArrow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434340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6C4AA0">
              <a:alpha val="55000"/>
            </a:srgbClr>
          </a:solidFill>
          <a:ln w="12700">
            <a:solidFill>
              <a:srgbClr val="C9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4453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846320"/>
            <a:ext cx="1737360" cy="0"/>
          </a:xfrm>
          <a:prstGeom prst="line">
            <a:avLst/>
          </a:prstGeom>
          <a:noFill/>
          <a:ln w="19050">
            <a:solidFill>
              <a:srgbClr val="C9B8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5056632"/>
            <a:ext cx="1737360" cy="0"/>
          </a:xfrm>
          <a:prstGeom prst="line">
            <a:avLst/>
          </a:prstGeom>
          <a:noFill/>
          <a:ln w="19050">
            <a:solidFill>
              <a:srgbClr val="C9B8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989320"/>
            <a:ext cx="502920" cy="0"/>
          </a:xfrm>
          <a:prstGeom prst="line">
            <a:avLst/>
          </a:prstGeom>
          <a:noFill/>
          <a:ln w="254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Prompt?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gives the model context for what to generate. It can be as short as one line, or as layered as you need it to be.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C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CAN RANGE FROM 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5852160" cy="1371600"/>
          </a:xfrm>
          <a:prstGeom prst="roundRect">
            <a:avLst>
              <a:gd name="adj" fmla="val 4667"/>
            </a:avLst>
          </a:prstGeom>
          <a:solidFill>
            <a:srgbClr val="FAF8FC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INSTRUCTION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419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"Generate a product description for wireless earbuds."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3977640"/>
            <a:ext cx="365760" cy="320040"/>
          </a:xfrm>
          <a:prstGeom prst="downArrow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5852160" cy="1463040"/>
          </a:xfrm>
          <a:prstGeom prst="roundRect">
            <a:avLst>
              <a:gd name="adj" fmla="val 4375"/>
            </a:avLst>
          </a:prstGeom>
          <a:solidFill>
            <a:srgbClr val="3D2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DETAILED, LAYERED BRIEF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482803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format + tone + supporting context, all combined so the model has everything it needs to get it right the first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1874520"/>
            <a:ext cx="4343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06640" y="2103120"/>
            <a:ext cx="502920" cy="50292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2743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repeatable patterns — instructions, context, format — that reliably shape the output.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4069080"/>
            <a:ext cx="4343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06640" y="429768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49377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room for creativity and iteration — there's no single right way to write 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Prompt to Response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setup is enough to start experimenting: a client, a chat call, and a loop that prints the streamed reply.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Chat endpoint with an API key.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2830068"/>
            <a:ext cx="219456" cy="237744"/>
          </a:xfrm>
          <a:prstGeom prst="rightArrow">
            <a:avLst/>
          </a:prstGeom>
          <a:solidFill>
            <a:srgbClr val="C9BE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02152" y="1965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30752" y="219456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prompt as a user message to the model.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830068"/>
            <a:ext cx="219456" cy="237744"/>
          </a:xfrm>
          <a:prstGeom prst="rightArrow">
            <a:avLst/>
          </a:prstGeom>
          <a:solidFill>
            <a:srgbClr val="C9BE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64224" y="1965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92824" y="2194560"/>
            <a:ext cx="502920" cy="50292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9282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92824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reply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92824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response as it's generated, piece by piece.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88552" y="2830068"/>
            <a:ext cx="219456" cy="237744"/>
          </a:xfrm>
          <a:prstGeom prst="rightArrow">
            <a:avLst/>
          </a:prstGeom>
          <a:solidFill>
            <a:srgbClr val="C9BE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26296" y="19659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54896" y="219456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5489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54896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54896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each streamed piece into the final output.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315968"/>
            <a:ext cx="10927080" cy="2286000"/>
          </a:xfrm>
          <a:prstGeom prst="roundRect">
            <a:avLst>
              <a:gd name="adj" fmla="val 3200"/>
            </a:avLst>
          </a:prstGeom>
          <a:solidFill>
            <a:srgbClr val="3D2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10378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B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generate_text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(message):
    response = co.chat_stream(
        model=</a:t>
            </a:r>
            <a:r>
              <a:rPr lang="en-US" sz="1050" dirty="0">
                <a:solidFill>
                  <a:srgbClr val="F4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"command-a-plus-05-2026"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    messages=[{'role': 'user', 'content': message}]
    )
    for event in response:
        if event.type == </a:t>
            </a:r>
            <a:r>
              <a:rPr lang="en-US" sz="1050" dirty="0">
                <a:solidFill>
                  <a:srgbClr val="F4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"content-delta"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            text = event.delta.message.content.text
            print(text, end=</a:t>
            </a:r>
            <a:r>
              <a:rPr lang="en-US" sz="1050" dirty="0">
                <a:solidFill>
                  <a:srgbClr val="F4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Prompting Techniques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can generate, summarize, extract, and rewrite — the difference is entirely in how you prompt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240280"/>
            <a:ext cx="548640" cy="54864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Instruction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imperative line: generate, write, list, provide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9504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45536" y="2240280"/>
            <a:ext cx="548640" cy="54864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4553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90672" y="3017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Instructions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on format, tone, and length requirements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94960" y="2240280"/>
            <a:ext cx="548640" cy="54864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0096" y="3017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Context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output in text you supply, like an email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88352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44384" y="2240280"/>
            <a:ext cx="548640" cy="54864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4438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3017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one specific fact out of a larger passage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37776" y="19659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  <a:effectLst>
            <a:outerShdw blurRad="63500" dist="19050" dir="5400000" algn="bl" rotWithShape="0">
              <a:srgbClr val="9A8CA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93808" y="2240280"/>
            <a:ext cx="548640" cy="54864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9380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38944" y="30175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38944" y="3657600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text into a new format, like an FAQ list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Basic → Layered Instructions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same model — adding a format instruction changes the shape of the output entirely.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85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"Generate a concise product description for the product: wireless earbuds."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3401568"/>
            <a:ext cx="4800600" cy="0"/>
          </a:xfrm>
          <a:prstGeom prst="line">
            <a:avLst/>
          </a:prstGeom>
          <a:noFill/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C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4800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punchy paragraph: freedom of movement, secure comfortable fit, sleek portable design.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PROMPT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85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"Use the following format: Hook, Solution, Features and Benefits, Call to Action."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3401568"/>
            <a:ext cx="4800600" cy="0"/>
          </a:xfrm>
          <a:prstGeom prst="line">
            <a:avLst/>
          </a:prstGeom>
          <a:noFill/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520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85876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AF8FC"/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3858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4334256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AF8FC"/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3342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4809744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AF8FC"/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4809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Benefits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5285232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AF8FC"/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5285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41080" y="3931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structured, ready-to-publish description — the model followed the exact section order requested.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Context &amp; Extraction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text alongside the instruction, and the model can ground its answer in it — or pull one exact fact back out.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502920" cy="502920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61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" y="274320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AF8FC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852928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85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 this email in one sentence." + a thank-you note to the team about a successful community meetup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4251960"/>
            <a:ext cx="320040" cy="274320"/>
          </a:xfrm>
          <a:prstGeom prst="downArrow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617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C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" y="49377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thanking the team for their dedication and looking ahead to future events — grounded entirely in the supplied email.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9672" y="2084832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5975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9672" y="2743200"/>
            <a:ext cx="4800600" cy="1051560"/>
          </a:xfrm>
          <a:prstGeom prst="roundRect">
            <a:avLst>
              <a:gd name="adj" fmla="val 5217"/>
            </a:avLst>
          </a:prstGeom>
          <a:solidFill>
            <a:srgbClr val="FAF8FC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28529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85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"Extract the movie title from the text below." + "Deadpool 2 | Official HD Teaser | 2018"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3886200"/>
            <a:ext cx="320040" cy="274320"/>
          </a:xfrm>
          <a:prstGeom prst="downArrow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9672" y="4251960"/>
            <a:ext cx="4800600" cy="640080"/>
          </a:xfrm>
          <a:prstGeom prst="roundRect">
            <a:avLst>
              <a:gd name="adj" fmla="val 50000"/>
            </a:avLst>
          </a:prstGeom>
          <a:solidFill>
            <a:srgbClr val="3D2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9672" y="4251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Deadpool 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9672" y="5120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 extraction tasks, a structured-output feature is a more robust fit than free-form text.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Rewriting Text Into a New Format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5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often blends several skills at once — here, a product blurb becomes a ready-made FAQ list.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C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PASSAGE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description of the Cohere Platform's API, covering text generation and text embedding as its two core capabilities.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49420" y="2880360"/>
            <a:ext cx="822960" cy="548640"/>
          </a:xfrm>
          <a:prstGeom prst="roundRect">
            <a:avLst>
              <a:gd name="adj" fmla="val 50000"/>
            </a:avLst>
          </a:prstGeom>
          <a:solidFill>
            <a:srgbClr val="3D2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672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instr.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13860" y="3520440"/>
            <a:ext cx="97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i="1" dirty="0">
                <a:solidFill>
                  <a:srgbClr val="685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 potential FAQs, with answers, based on this text."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315968" y="4709160"/>
            <a:ext cx="457200" cy="320040"/>
          </a:xfrm>
          <a:prstGeom prst="rightArrow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0" y="1874520"/>
            <a:ext cx="6446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DE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GENERATED FAQ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49240" y="2468880"/>
            <a:ext cx="292608" cy="292608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4231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Cohere Platform offer developers?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49240" y="3127248"/>
            <a:ext cx="292608" cy="292608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081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its two key language-processing capabilities?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49240" y="3785616"/>
            <a:ext cx="292608" cy="292608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7398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platform benefit developers day to day?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49240" y="4443984"/>
            <a:ext cx="292608" cy="292608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43982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generation and embedding?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49240" y="5102352"/>
            <a:ext cx="292608" cy="292608"/>
          </a:xfrm>
          <a:prstGeom prst="ellipse">
            <a:avLst/>
          </a:prstGeom>
          <a:solidFill>
            <a:srgbClr val="6C4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4924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50566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used for sentiment analysis?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B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Toward a Great Prompt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6C4AA0">
              <a:alpha val="85000"/>
            </a:srgbClr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instruction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8308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imperative verb and a clear task is often enough on its own.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6C4AA0">
              <a:alpha val="85000"/>
            </a:srgbClr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specifics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7804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tone, and length instructions sharpen the output further.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6C4AA0">
              <a:alpha val="85000"/>
            </a:srgbClr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393192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it with context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83080" y="42793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Supplying source text lets the model summarize, extract, or rewrite accurately.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6C4AA0">
              <a:alpha val="85000"/>
            </a:srgbClr>
          </a:solidFill>
          <a:ln w="12700">
            <a:solidFill>
              <a:srgbClr val="F46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502920" cy="502920"/>
          </a:xfrm>
          <a:prstGeom prst="ellipse">
            <a:avLst/>
          </a:prstGeom>
          <a:solidFill>
            <a:srgbClr val="F46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fixed formula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78040" y="42793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idea, look at the result, and keep refining from there.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9525">
            <a:solidFill>
              <a:srgbClr val="6C4AA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3</cp:revision>
  <dcterms:created xsi:type="dcterms:W3CDTF">2026-08-22T18:01:50Z</dcterms:created>
  <dcterms:modified xsi:type="dcterms:W3CDTF">2026-09-01T09:29:51Z</dcterms:modified>
</cp:coreProperties>
</file>