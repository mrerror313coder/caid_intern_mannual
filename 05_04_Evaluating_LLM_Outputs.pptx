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2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3292C"/>
                </a:solidFill>
                <a:latin typeface="Arial"/>
              </a:rPr>
              <a:t>ROUGE-1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Answer #1 (correct meaning)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9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0.33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08-424D-B0CF-9D5F3B7BDA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Answer #2 (wrong meaning)</c:v>
                </c:pt>
              </c:strCache>
            </c:strRef>
          </c:tx>
          <c:spPr>
            <a:solidFill>
              <a:srgbClr val="D98C4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9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0.71</c:v>
                </c:pt>
                <c:pt idx="1">
                  <c:v>0.56000000000000005</c:v>
                </c:pt>
                <c:pt idx="2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08-424D-B0CF-9D5F3B7BDA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</c:scaling>
        <c:delete val="0"/>
        <c:axPos val="l"/>
        <c:majorGridlines>
          <c:spPr>
            <a:ln w="12700" cap="flat">
              <a:solidFill>
                <a:srgbClr val="E5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17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515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10515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0" y="10515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66960" y="1124712"/>
            <a:ext cx="457200" cy="0"/>
          </a:xfrm>
          <a:prstGeom prst="line">
            <a:avLst/>
          </a:prstGeom>
          <a:noFill/>
          <a:ln w="19050">
            <a:solidFill>
              <a:srgbClr val="0E4A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0" y="1124712"/>
            <a:ext cx="457200" cy="0"/>
          </a:xfrm>
          <a:prstGeom prst="line">
            <a:avLst/>
          </a:prstGeom>
          <a:noFill/>
          <a:ln w="19050">
            <a:solidFill>
              <a:srgbClr val="0E4A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TECHNIQUES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LLM Outputs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look at how teams measure the quality of generated text — from human judgment to automated, word-level metrics.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5486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evaluate LLM outputs?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probabilistic </a:t>
            </a:r>
            <a:r>
              <a:rPr lang="en-US" sz="15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prompt doesn't necessarily produce the same output every time.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gives teams a way to measure output quality before and after deployment, protecting the user experience as the application scales.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4165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→ pre-deployment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73659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feedback is the gold standard, but it only arrives after launch. Every other method here is a proxy for that real-world signal, used earlier in the cycle.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182880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022C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960" y="214884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B44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2203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24780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81160" y="28254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081528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0" y="3136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3410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response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81160" y="37581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4014216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B44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0" y="4069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4343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81160" y="46908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4946904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B44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63840" y="5001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52760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/ score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evaluate an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2219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User Feedback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ratings and implicit behavior from people actually using the application. The gold standard — but only available post-deployment.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240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22219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Evaluation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834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Annotators judge outputs against a test dataset before launch, using reference, scoring, or A/B comparisons.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2336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LLM-Generated 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plays the role of judge, replicating human evaluation paradigms at a fraction of the cost and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42336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Word-Level Metrics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8463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metrics like ROUGE, BLEU, and BERTScore compare generated text to a reference at the token level.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Feedback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 standard — straight from users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evaluation method in this deck is a proxy for the real experience and behavior of actual application users.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788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816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feedback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directly asked to react to an output.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Thumbs up / down on a response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315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Star or numeric ratings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700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In-app surveys and comment prompts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022C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2788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2816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feedback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from how users actually behave.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Ignored outputs treated as negative signals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315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spent viewing or acting on a 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700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Copy, retry, or abandonment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this signal only exists once an application is deployed and has real users — so pre-deployment methods matter too.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Annotators judge outputs pre-deployment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test dataset, then have human annotators evaluate the model's outputs against it. Here's one example data point used throughout this chapter.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review:  </a:t>
            </a:r>
            <a:r>
              <a:rPr lang="en-US" sz="1300" i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CO-1T is a great pair of headphones! The sound quality is the best out there, and I can hear every detail of my music.”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CO-1T a great wireless headphone?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response:  </a:t>
            </a:r>
            <a:r>
              <a:rPr lang="en-US" sz="1300" i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audio experience is unrivaled.”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judge this response: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3502152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514807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486400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an ideal ground-truth answer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5029200"/>
            <a:ext cx="3502152" cy="1143000"/>
          </a:xfrm>
          <a:prstGeom prst="roundRect">
            <a:avLst>
              <a:gd name="adj" fmla="val 64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514807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5486400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 response on a scale, no ground truth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5029200"/>
            <a:ext cx="3502152" cy="1143000"/>
          </a:xfrm>
          <a:prstGeom prst="roundRect">
            <a:avLst>
              <a:gd name="adj" fmla="val 64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38744" y="514807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38744" y="5486400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E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better of two candidate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— 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against an ideal ground truth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evaluator compares each test data point to a pre-written “ideal” response, then gives a simple Yes/No judgment on whether the generated response matches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5760720" cy="128016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53492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must be constructed for every prompt and application — and its quality directly shapes the evaluation outcome.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737360"/>
            <a:ext cx="4709160" cy="1463040"/>
          </a:xfrm>
          <a:prstGeom prst="roundRect">
            <a:avLst>
              <a:gd name="adj" fmla="val 6250"/>
            </a:avLst>
          </a:prstGeom>
          <a:solidFill>
            <a:srgbClr val="022C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0" y="190195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(ideal)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0" y="221284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sound quality is the best out there.”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3826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3657600"/>
            <a:ext cx="4709160" cy="1463040"/>
          </a:xfrm>
          <a:prstGeom prst="roundRect">
            <a:avLst>
              <a:gd name="adj" fmla="val 625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38221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3308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audio experience is unrivaled.”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195560" y="52578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95560" y="5257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Yes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— Scoring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quality without a ground truth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reference to compare against, the evaluator assigns a score — a single rating, or a set of criteria — based purely on their own judgment of quality.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7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7772400" cy="201168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5669280" cy="20116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24505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0684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7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broad, single-number score — fast, but coarse.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break the score into granular criteria: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37083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9087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natural the language reads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425196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53712" y="437083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Interestingness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3712" y="469087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engaging the content 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0144" y="425196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38744" y="437083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Conciseness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38744" y="469087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avoids unneeded length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can also be pass/fail flags — e.g. “does this summary stay consistent with the source document?” or “does this haiku have the right syllable count?”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— A/B Testing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better of two responses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comparing an application across time snapshots, prompts, or configurations — the evaluator simply chooses a winner.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022C33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audio experience is unrivaled.”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2743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microphone has the best quality.”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different question — talks about the microphone, not sound quality.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5F9F9"/>
          </a:solidFill>
          <a:ln w="12700">
            <a:solidFill>
              <a:srgbClr val="D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human evaluation struggles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166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time far exceed automated methods.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846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5166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vary by evaluator expertise, style, and bias.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 model act as the judge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human evaluation paradigm — reference, scoring, or A/B testing — can be replicated by prompting an LLM to produce the verdict instead of a person, cutting cost and turnaround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4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unclear whether LLM judges match human accuracy across tasks — and they can inherit the same subjectivity and training-data biases.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166360" cy="2468880"/>
          </a:xfrm>
          <a:prstGeom prst="roundRect">
            <a:avLst>
              <a:gd name="adj" fmla="val 2963"/>
            </a:avLst>
          </a:prstGeom>
          <a:solidFill>
            <a:srgbClr val="022C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4617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8FC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gen_answers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["...unrivaled", "...microphone..."]
</a:t>
            </a:r>
            <a:r>
              <a:rPr lang="en-US" sz="1150" dirty="0">
                <a:solidFill>
                  <a:srgbClr val="8FC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co.chat(
    model=</a:t>
            </a: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"command-a-plus-05-2026"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...}]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4297680"/>
            <a:ext cx="5166360" cy="1280160"/>
          </a:xfrm>
          <a:prstGeom prst="roundRect">
            <a:avLst>
              <a:gd name="adj" fmla="val 7143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VERDICT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“Answer #1”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78240" y="4846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matches expectation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Metrics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ROUGE: comparing text at the word level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counts matching unigrams (single words) between a reference and a generated answer, then derives precision, recall, and F1.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194560"/>
          <a:ext cx="6675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2194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022C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1812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counterintuitive part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28803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#2</a:t>
            </a: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(“the microphone has the best quality”) scores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metric than Answer #1 — even though it answers the wrong question.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4251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simply shares more surface words with the reference, like “best” and “quality.”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18120" y="4983480"/>
            <a:ext cx="3474720" cy="0"/>
          </a:xfrm>
          <a:prstGeom prst="line">
            <a:avLst/>
          </a:prstGeom>
          <a:noFill/>
          <a:ln w="12700">
            <a:solidFill>
              <a:srgbClr val="0E4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18120" y="5120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overlap ≠ meaning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method tells the whole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B44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methods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LLM-generated evaluation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Word-level metrics (ROUGE, BLEU…)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 — practical for early prototyping and rapid iteration.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evaluation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user feedback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Annotator review (reference, scoring, A/B)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E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for the strongest signal on accuracy and usefulness — at higher cost and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5486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approach has pitfalls. A result is only reliable once its limitations are understood.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Microsoft Office PowerPoint</Application>
  <PresentationFormat>Widescreen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2026-08-23T19:14:50Z</dcterms:created>
  <dcterms:modified xsi:type="dcterms:W3CDTF">2026-08-24T13:07:49Z</dcterms:modified>
</cp:coreProperties>
</file>